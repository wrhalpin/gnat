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·  Python 3.9+  ·  STIX 2.1  ·  60+ Platform Connectors  ·  1,500+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(60+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VirusTotal · Mandiant · Orca · Wiz · MISP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9260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AlienVault OTX · VirusTotal · ThreatConnect · Mandiant · MS Defender TI · ThreatStream · SOCRadar · PulseDive · FLARE · Yeti · CloudSEK · Feedly · MISP · OpenCTI · Group-IB · Cyble Vision · ZeroFox · ShadowServer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804672"/>
            <a:ext cx="4160520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920240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&amp; INCIDENT RESPONSE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Jira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3484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34840" y="1920240"/>
            <a:ext cx="4160520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MANAGEMENT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4456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3035808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&amp; ASM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Security · Wiz CNAPP · Cortex Xpanse · CyCognito · RiskRecon · Armis Centrix · Axonius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035808"/>
            <a:ext cx="4160520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ENDPOINT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SentinelOne · Stellar Cyber · Netskope · ControlUp DEX · Whistic · Proofpoint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4151376"/>
            <a:ext cx="41605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9260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for Security · OpenAI ChatGPT · Google Gemini · Grok AI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151376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&amp; TICKETING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4456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SecOps · Atlassian Jira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819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9535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624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4340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Claude-Powered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API with web_search tool.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CopilotReader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Microsoft Copilot via DirectLine for M365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SharePoint libraries, mailboxes, Teams channels.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exchange + auto-refresh. Output feeds directly into ParsingAgent.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64592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60604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22199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7083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51967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401568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49300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390448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44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432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91640" y="24323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91640" y="303580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584448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393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691640" y="36393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24528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15968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query     # start on query screen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8172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38 unit tests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79476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88620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--spec api.yaml --target myplatform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51713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60+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 / 3.9 / 3.10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73352" y="1069848"/>
            <a:ext cx="91440" cy="0"/>
          </a:xfrm>
          <a:prstGeom prst="line">
            <a:avLst/>
          </a:prstGeom>
          <a:noFill/>
          <a:ln w="12700">
            <a:solidFill>
              <a:srgbClr val="1E4D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36392" y="1069848"/>
            <a:ext cx="91440" cy="0"/>
          </a:xfrm>
          <a:prstGeom prst="line">
            <a:avLst/>
          </a:prstGeom>
          <a:noFill/>
          <a:ln w="12700">
            <a:solidFill>
              <a:srgbClr val="1E4D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99432" y="1069848"/>
            <a:ext cx="91440" cy="0"/>
          </a:xfrm>
          <a:prstGeom prst="line">
            <a:avLst/>
          </a:prstGeom>
          <a:noFill/>
          <a:ln w="12700">
            <a:solidFill>
              <a:srgbClr val="1E4D8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62472" y="1069848"/>
            <a:ext cx="91440" cy="0"/>
          </a:xfrm>
          <a:prstGeom prst="line">
            <a:avLst/>
          </a:prstGeom>
          <a:noFill/>
          <a:ln w="12700">
            <a:solidFill>
              <a:srgbClr val="1E4D8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25512" y="1069848"/>
            <a:ext cx="91440" cy="0"/>
          </a:xfrm>
          <a:prstGeom prst="line">
            <a:avLst/>
          </a:prstGeom>
          <a:noFill/>
          <a:ln w="12700">
            <a:solidFill>
              <a:srgbClr val="1E4D8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and roadmap addition has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7512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0040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7512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7512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versions 0.6.0 – 1.1.0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0040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27448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74920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4 screens)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727448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74920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27448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74920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27448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074920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727448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074920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protocol)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727448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074920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727448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074920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727448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74920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727448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074920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Solr/Grafana Observability Integration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727448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74920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additional platform connectors (v1.1)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727448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074920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connectors total in CLIENT_REGISTRY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727448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074920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validator ORM integration (validate=True)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727448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074920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ComplianceMatrix programmatic connector audit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  ·  PENDING_ITEMS.md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+ Copilot) · NLP queries · Research library · Report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· STIX validator · TUI + Web dashboard · Docker · Multi-tenant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tests · ~$50/month Azure · Incremental adoption · Contribution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1.1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2026-03-30T17:14:40Z</dcterms:created>
  <dcterms:modified xsi:type="dcterms:W3CDTF">2026-03-30T17:14:40Z</dcterms:modified>
</cp:coreProperties>
</file>