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480560"/>
            <a:ext cx="894283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Management Swiss Army Knife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5087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Connectors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2606040"/>
            <a:ext cx="1508760" cy="329184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2606040"/>
            <a:ext cx="1508760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9534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2606040"/>
            <a:ext cx="1508760" cy="329184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698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2606040"/>
            <a:ext cx="15087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Reports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threat intelligence library — abstract, normalise, automate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Python 3.10+  |  STIX 2.1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Fragmented Threat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is an island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9144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Different APIs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has its own auth scheme, data model, and SDK. ThreatQ OAuth2 ≠ CrowdStrike OAuth2 ≠ VirusTotal API key.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0175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017520"/>
            <a:ext cx="9144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272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Data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indicator in ThreatQ looks nothing like one in CrowdStrike or Splunk. Correlation requires manual mapping.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6304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463040"/>
            <a:ext cx="9144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72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Code Per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88366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source or destination means new scripts with no shared error handling, retry logic, or scheduling.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0175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3017520"/>
            <a:ext cx="9144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272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Automation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43814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scripts break when APIs change. No tests, no versioning, no consistent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One Library, Every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7490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GNAT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ThreatQ SDK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API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API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API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 CE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own auth, errors, retries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own data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testing or scheduling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2926080"/>
            <a:ext cx="82296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11480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74920" y="868680"/>
            <a:ext cx="37490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GNAT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325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SAKConfig  →  one config.ini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SAKClient  →  one interface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everywhere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IngestPipeline  →  pull any source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ExportPipeline  →  push to EDLs/CE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FeedScheduler  →  all jobs, one place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ReportGenerator  →  PDF/HTML/DOCX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ResearchLibrary  →  shared knowledge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The Middle Layer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521208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AUTOMATION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 · SOAR · Scheduled jobs · CLI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34840" y="1298448"/>
            <a:ext cx="0" cy="91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" y="1389888"/>
            <a:ext cx="8503920" cy="52120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35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GNAT 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· Export · Agents · Research Library · Reports · Visualization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1911096"/>
            <a:ext cx="0" cy="91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2002536"/>
            <a:ext cx="8503920" cy="52120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ORM + WORKSPACE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2585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· ThreatActor · Vulnerability · AttackPattern · Relationship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2523744"/>
            <a:ext cx="0" cy="91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0040" y="2615184"/>
            <a:ext cx="8503920" cy="521208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609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LAYER (15 platforms)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712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ThreatQ · CrowdStrike · Splunk · RF · Netskope · VT · ShadowServer · Rapid7 · Nucleus · 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3136392"/>
            <a:ext cx="0" cy="91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0040" y="3227832"/>
            <a:ext cx="8503920" cy="521208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73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PLATFORMS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4838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feeds, SIEMs, EDRs, vulnerability scanners, threat intel platforms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886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urllib3 / httpx transport — zero cloud dependencies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Platform Connectors — One Interface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ThreatQ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Full CRUD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29968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29968" y="91440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Full CRUD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39896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9896" y="91440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3048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· Search/KVStore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49824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9824" y="91440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Future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04688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· Alert API v3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59752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59752" y="91440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14616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· CE API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0312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29968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29968" y="210312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XSOAR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84832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Incidents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39896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9896" y="210312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13048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RiskRecon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94760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Findings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49824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49824" y="210312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04688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Vendor risk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59752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59752" y="210312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32904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Feedly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14616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· IOC/TTP feeds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29184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GreyMatter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4904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Full CRUD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029968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029968" y="3291840"/>
            <a:ext cx="1600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03120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84832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File/IP/URL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739896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9896" y="3291840"/>
            <a:ext cx="1600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13048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ShadowServer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94760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Scan/ASN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449824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49824" y="3291840"/>
            <a:ext cx="1600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22976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Rapid7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504688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Vuln/Asset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159752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159752" y="3291840"/>
            <a:ext cx="1600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32904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214616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Asset/Vuln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4663440"/>
            <a:ext cx="164592" cy="16459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663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connectors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063240" y="4663440"/>
            <a:ext cx="164592" cy="16459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91840" y="4663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Read/specialised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806440" y="46634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35040" y="4663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v1.0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ORM — A Universal Data Contract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from every connector normalises into the same STIX 2.1 types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109728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173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78308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with STIX patterns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[domain-name:value = '...']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28016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80160"/>
            <a:ext cx="109728" cy="138988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173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ThreatActor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78308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profiles, aliases,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attribution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28016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280160"/>
            <a:ext cx="109728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4173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488" y="178308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CVEs, CVSS scores,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exploited flag, products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109728" cy="138988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97180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AttackPattern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333756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TTPs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tactic mapping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283464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834640"/>
            <a:ext cx="109728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297180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55848" y="333756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families,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capabilities, types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83464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2834640"/>
            <a:ext cx="109728" cy="1389888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97180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0488" y="333756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objects: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indicates, uses, targets…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 Export Pipelines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PIPELINE  (pull from platforms)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SourceReader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reader types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TAXII · CSV · STIX · Syslog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· Email · Splunk · Elastic…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81912" y="2075688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69164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6479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RecordMapper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6479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mapper types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FlatIOC · STIX · MISP · CEF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NVD CVE · Feedly…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53512" y="2075688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6324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29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3639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3639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ORM objects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confidence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x_target_sectors tag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822960"/>
            <a:ext cx="40233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PIPELINE  (push to destinations)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7375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ExportFilter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75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TypeFilter · ConfidenceFilter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TLPFilter · SectorFilter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IOCTypeFilter · LimitFilter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62472" y="2075688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7220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4535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ExportTransform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4535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EDLTransform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NetskopeCETransform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STIXBundle · CSV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34072" y="2075688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54380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29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1695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1695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EDLServer (HTTP)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MultiDelivery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3063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ThreatQ → GNAT → Netskope CE (FQDN + URL + SHA256 every 15 min) → Tenant lists → Palo Alto EDLs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520440"/>
            <a:ext cx="8503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84448"/>
            <a:ext cx="8321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(ExportPipeline("tq-to-netskope")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.read_from(workspace)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.filter_with(TypeFilter("indicator")).filter_with(ConfidenceFilter(70))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.transform_with(NetskopeCETransform(source_label="ThreatQ", ioc_types=["domain","url","sha256"]))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.deliver_to(PlatformDelivery(netskope_client))).run()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— One Scheduler, All Jobs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19659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3327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FeedJob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93192" y="167335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job type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68680"/>
            <a:ext cx="196596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03327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96312" y="167335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FeedScheduler threading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868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868680"/>
            <a:ext cx="19659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03327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ExportJob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99432" y="167335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export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868680"/>
            <a:ext cx="22402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868680"/>
            <a:ext cx="224028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033272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ReportJob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02552" y="1673352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2128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type in GNAT extends FeedJob and runs in the same FeedScheduler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633472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633472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688336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Drift-corrected timing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" y="290779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jobs stay hourly even when runs take 5 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33472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633472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688336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protection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82312" y="290779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or queue policy — never two runs of the same job simultaneously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291840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29184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346704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ctx.last_success_iso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" y="3566160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ingestion: readers receive the last success timestamp automatically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291840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29184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3346704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On-success / on-failure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82312" y="3566160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for alerting, logging, and downstream triggers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950208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950208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400507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/ Celery adapters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" y="4224528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jobs to external schedulers for teams with existing infrastructure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3950208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950208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2312" y="400507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to_cron_lines()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82312" y="4224528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crontab entries for simple server deployments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Claude-Powered Threat Research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5176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052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16128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SourceReader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Topic-driven: synthesise research on threat actors, CVEs, campaigns.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Feed-driven: monitor sources for new threat content.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Claude API with web_search tool.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651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68680"/>
            <a:ext cx="2651760" cy="47548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9052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16128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RecordMapper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48132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structured STIX from any unstructured text.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Flexible: IOCs + TTPs + actors + CVEs — whatever is present.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capped at confidence ≤ 60, tagged x_source_type=ai_extracted.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868680"/>
            <a:ext cx="2651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868680"/>
            <a:ext cx="2651760" cy="475488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9052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CopilotReader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9048" y="116128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SourceReader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9048" y="148132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Microsoft Copilot via DirectLine for M365 content.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sources: SharePoint libraries, mailboxes, Teams channels.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feeds directly into ParsingAgent.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850392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27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 Trust Model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447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confidence_ceiling = 60 (configurable) prevents AI-extracted intel from reaching EDLs at high confidence without analyst review. All AI objects tagged x_source_type='ai_extracted'. Export pipelines default to ConfidenceFilter(min=70), which excludes AI intel until reviewed.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Library — Shared Team Knowledge Base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029200" cy="777240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WORKSPACES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Analyst-owned · Active investigation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645920"/>
            <a:ext cx="0" cy="1828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" y="1828800"/>
            <a:ext cx="5029200" cy="77724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92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 (_ctmsak_staging)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671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lib.promote(ws, topic, researcher, note='…')  →  anyone can write, nothing auto-reads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606040"/>
            <a:ext cx="0" cy="1828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2788920"/>
            <a:ext cx="50292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 (_ctmsak_library)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· Read-only to analysts · Managed by CurationJob every 4h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by Category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70432"/>
          <a:ext cx="3246120" cy="2011680"/>
        </p:xfrm>
        <a:graphic>
          <a:graphicData uri="http://schemas.openxmlformats.org/drawingml/2006/table">
            <a:tbl>
              <a:tblPr/>
              <a:tblGrid>
                <a:gridCol w="1005840"/>
                <a:gridCol w="868680"/>
                <a:gridCol w="13716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TTL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IOCs rotate quickly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Exploitability changes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Evolves over weeks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threat_actor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Slow-changing TTPs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 fallback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20040" y="3931920"/>
            <a:ext cx="8503920" cy="640080"/>
          </a:xfrm>
          <a:prstGeom prst="rect">
            <a:avLst/>
          </a:prstGeom>
          <a:solidFill>
            <a:srgbClr val="EBF2FB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checks lib.is_fresh("APT29") before running ResearchAgent. After review, promotes to staging with an optional analyst note. CurationJob deduplicates (most recent wins) and promotes to library.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Generation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517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0525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3898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38988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daily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8105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2311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23113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analysts / shift handoff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HTML · Markdown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86868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868680"/>
            <a:ext cx="2651760" cy="41148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90525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64408" y="13898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60520" y="138988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64408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0520" y="18105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64408" y="22311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60520" y="223113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/ analysts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64408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60520" y="26517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HTML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86868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868680"/>
            <a:ext cx="2651760" cy="411480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90525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Intel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99048" y="13898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95160" y="138988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/ manual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9048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18105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99048" y="22311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95160" y="223113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/ compliance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99048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5160" y="26517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pipeline: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794760"/>
            <a:ext cx="187452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3840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DataAggregator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AI)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21992" y="4160520"/>
            <a:ext cx="219456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468880" y="3794760"/>
            <a:ext cx="1874520" cy="73152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840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ReportSynthesizer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call/section)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70832" y="4160520"/>
            <a:ext cx="219456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617720" y="3794760"/>
            <a:ext cx="187452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90872" y="3840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MD/HTML/PDF/DOCX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19672" y="4160520"/>
            <a:ext cx="219456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766560" y="3794760"/>
            <a:ext cx="1874520" cy="73152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9712" y="3840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SharePoint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Targeting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x_target_sectors — the canonical cross-platform sector field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5603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1673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(default)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objects tagged with 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one listed sector.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objects also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(non-strict mode).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1280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1280160"/>
            <a:ext cx="2560320" cy="34747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31673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72968" y="173736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all listed sectors 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present on the object.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Strict: only tagged objects.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1280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1280160"/>
            <a:ext cx="2560320" cy="34747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131673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strict=True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16168" y="173736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untagged objects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entirely. Only explicitly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objects are included.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10128"/>
            <a:ext cx="8321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[sector_aliases]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 = Healthcare, Health, Medical, H-ISAC, Hospitals and Health Centers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 = Financial Services, Finance, Banking, FS-ISAC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     = Energy, Electric, Oil and Gas, E-ISAC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SectorFilter expands aliases so 'health' matches 'Healthcare' from ThreatQ and 'Health' from RF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Single Azure VM, Three Services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5778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577840" cy="34747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 B2s  (2 vCPU · 4 GB · ~$50/month)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21208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9144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53312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ctmsak-scheduler.service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62763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FeedScheduler: ingest, export, AI research,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curation, and report jobs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521208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91440" cy="82296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59152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ctmsak-edl.service  :8080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63347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EDLServer: serves indicator files to firewalls.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— survives scheduler restart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21208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1629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91440" cy="822960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64992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ctmsak-health.service  :8090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63931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endpoint: GET /status → 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ping check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~/.gnat/config.ini · workspaces/ · /var/reports/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804672"/>
            <a:ext cx="27889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804672"/>
            <a:ext cx="27889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841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path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2984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feeds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15361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jobs → Azure Container Instances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956816"/>
            <a:ext cx="2514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1031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 SLA &lt; 5 min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2340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 server → dedicated B1s VM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2761488"/>
            <a:ext cx="2514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9077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analysts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31455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FlatFileStore → PostgreSQL (1 config change)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3566160"/>
            <a:ext cx="2514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7124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39502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VM per tenant, shared codebase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Abstraction Advantage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96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32588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ThreatQ to a new TIP? Change one config line. The pipeline, scheduler, reports, and export jobs all work unchanged. Your automation is not locked to any platform.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651760" cy="38404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896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Simplicity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32588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changes affect one connector file, not every script. Tests cover all 15 connectors uniformly. One library version number covers the entire integration stack.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822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822960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896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Consistency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48" y="132588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exposes get_object(), list_objects(), upsert_object(), to_stix(), from_stix(). Analysts learn one mental model once and it works everywhere.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34640"/>
            <a:ext cx="2651760" cy="38404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9077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Coherence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33756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scheduler, one health endpoint, one log stream. No more asking which of 15 scripts ran overnight and whether it worked. FeedScheduler.summary() answers all of that.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34640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9077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Adoption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333756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useful. Start with connectors only. Add ingest. Add export. Add AI. Add reports. The stack is additive — you never have to replace working parts.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2834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834640"/>
            <a:ext cx="2651760" cy="38404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29077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99048" y="333756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unit tests across 25 test files. Every connector, every pipeline stage, every renderer, every scheduler behaviour. Confidence in changes without regression fear.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24688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1155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12648" y="19385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468880" cy="9144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155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55848" y="19385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91440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914400"/>
            <a:ext cx="24688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11155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099048" y="19385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834640"/>
            <a:ext cx="2468880" cy="9144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03580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12648" y="385876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Azure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Cost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34640"/>
            <a:ext cx="24688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03580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3355848" y="385876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(default)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283464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834640"/>
            <a:ext cx="24688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303580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099048" y="385876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Job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Sequence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325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+ configure config.ini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connectivity: gnat ping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ingest dry-run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7335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83080" y="822960"/>
            <a:ext cx="1325880" cy="50292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3-5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8308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5623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623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connector configs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ingest jobs (TQ, RF, CS)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FeedScheduler running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3639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46120" y="822960"/>
            <a:ext cx="1325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6-8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4612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927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 CE ExportJob (15 min)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 files hourly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TQ → CE → firewall EDLs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9943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09160" y="822960"/>
            <a:ext cx="1325880" cy="50292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9-10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0916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8231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[claude] in config.ini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ResearchAgent query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CurationJob to scheduler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6247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72200" y="822960"/>
            <a:ext cx="1325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11-14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7220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4535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 — review PDF/HTML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email delivery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ReportJob at 06:00 daily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52551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635240" y="822960"/>
            <a:ext cx="1325880" cy="502920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8096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63524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0839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0839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config templates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EXAMPLES.md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review process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Items &amp;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— VERIFY BEFORE PRODUCTION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ThreatQ: verify x_target_sectors field names in STIX export (see PENDING_ITEMS.md §1)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RecordedFuture, CrowdStrike, VT, ShadowServer, Nucleus: sector normalization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renderer: npm install -g docx required on deployment host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WorkspaceManager.default() method: verify or add to context/workspace.py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DirectLine: test token refresh behavior in production Bot Framework setup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0690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8046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NEXT ADDITIONS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207008"/>
            <a:ext cx="3794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gnat report run --config report.daily_healthcare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SectorFilter: move to export/filters.py for use in both export and report layers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CHANGELOG: versions 0.6.0 through 1.0.0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body: use rendered HTML report as email body (not generic text)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reports: calendar-anchored cron (0 6 1 1 *) vs 365-day interval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Juno.build / Internet Computer: Rust-based serverless agent (future exploration)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401568"/>
            <a:ext cx="8503920" cy="1389888"/>
          </a:xfrm>
          <a:prstGeom prst="rect">
            <a:avLst/>
          </a:prstGeom>
          <a:solidFill>
            <a:srgbClr val="EBF2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EXAMPLES.md  —  907-line code snippet reference for all modules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IMPLEMENTATION_PLAN.md  —  Architecture, deployment, cost model, runbook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PENDING_ITEMS.md  —  Detailed action items with exact file locations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ARCHITECTURE_DECISIONS.md  —  18 sections covering every major design decision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library. Every platform. Total control.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connectors · STIX 2.1 · Ingest + Export pipelines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(Claude + Copilot) · Research library · Report generation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tests · ~$50/month Azure · Incremental adoption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7772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Python 3.10+  |  See EXAMPLES.md · IMPLEMENTATION_PLAN.md · PENDING_ITEMS.md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GNAT: Cybersecurity Threat Management Swiss Army Knife</dc:title>
  <dc:subject>PptxGenJS Presentation</dc:subject>
  <dc:creator>GNAT</dc:creator>
  <cp:lastModifiedBy>GNAT</cp:lastModifiedBy>
  <cp:revision>1</cp:revision>
  <dcterms:created xsi:type="dcterms:W3CDTF">2026-03-27T08:41:37Z</dcterms:created>
  <dcterms:modified xsi:type="dcterms:W3CDTF">2026-03-27T08:41:37Z</dcterms:modified>
</cp:coreProperties>
</file>