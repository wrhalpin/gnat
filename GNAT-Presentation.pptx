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4480560"/>
            <a:ext cx="894283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GNAT's Not Another TIP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606040"/>
            <a:ext cx="150876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534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698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Reports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threat intelligence library — abstract, normalise, automate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1.5.0  ·  Python 3.9+  ·  STIX 2.1  ·  99 Platform Connectors  ·  2,000+ Tests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Fragmented Threat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is an island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Different APIs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has its own auth scheme, data model, and SDK. ThreatQ OAuth2 ≠ CrowdStrike OAuth2 ≠ VirusTotal API key.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indicator in ThreatQ looks nothing like one in CrowdStrike or Splunk. Correlation requires manual mapping.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Code Per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source or destination means new scripts with no shared error handling, retry logic, or scheduling.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Automation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scripts break when APIs change. No tests, no versioning, no consistent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Library, Every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SDK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auth, errors, retries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data 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testing or scheduling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2926080"/>
            <a:ext cx="4572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14800" y="3063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GNAT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GNATConfig  →  one config.ini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GNATClient  →  one interface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everywhere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IngestPipeline  →  pull any source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ExportPipeline  →  push to EDLs/CE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 →  all jobs, one place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  →  PDF/HTML/DOCX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 →  shared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The Middle Layer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AUTOMATION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42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· SOAR · Scheduled jobs · CLI · TUI · Web Dashboard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434840" y="1298448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389888"/>
            <a:ext cx="8503920" cy="5212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35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55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Export · AI Agents · Research Library · Reports · NLP · TAXII 2.1 · Solr Search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34840" y="1911096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002536"/>
            <a:ext cx="8503920" cy="52120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48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+ 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677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· ThreatActor · Vulnerability · AttackPattern · Malware · Relationship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34840" y="2523744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" y="2615184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609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 (99 platforms)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Splunk · Elastic · Wazuh · QRadar · Sentinel · VirusTotal · Mandiant · Orca · Wiz · MISP · ...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34840" y="3136392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0040" y="3227832"/>
            <a:ext cx="8503920" cy="521208"/>
          </a:xfrm>
          <a:prstGeom prst="rect">
            <a:avLst/>
          </a:prstGeom>
          <a:solidFill>
            <a:srgbClr val="4B55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PLATFORMS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4930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· SIEMs · EDRs · Vuln Scanners · CNAPP/ASM · SOAR · NDR · AI Assistants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" y="391363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urllib3 / httpx transport  ·  zero cloud dependencies  ·  INI config  ·  multi-tenant namespace isolation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Platform Connectors — One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804672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9260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Recorded Future · AlienVault OTX · VirusTotal · ThreatConnect · Mandiant · MS Defender TI · ThreatStream · SOCRadar · PulseDive · FLARE · Yeti · CloudSEK · Feedly · MISP · OpenCTI · Group-IB · Cyble Vision · ZeroFox · ShadowServer · BitSight · Flashpoint · HudsonRock · Intel 471 · UpGuard · Shodan · GreyNoise · CISA KEV · OSINT Feed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43484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34840" y="804672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&amp; LOG ANALYTICS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4456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Elastic SIEM · IBM QRadar · Microsoft Sentinel · Graylog · OSSIM · Security Onion · Wazuh · Google Chronicle · LogRhythm · Datadog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8288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2880" y="1920240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 &amp; INCIDENT RESPONSE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260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XSOAR · TheHive · GreyMatter · ServiceNow · Jira · Synapse · FortiSOAR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43484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434840" y="1920240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456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&amp; CLOUD SECURITY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4456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Rapid7 InsightVM/IDR · Nucleus Security · Tenable One · Qualys VMDR · Greenbone/OpenVAS · DefectDojo · Orca Security · Wiz CNAPP · Cortex Xpanse · CyCognito · RiskRecon · Armis Centrix · Axonius · Prisma Cloud · AWS Security Hub · JupiterOne · SecurityScorecard · Censys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8288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82880" y="3035808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DETECTION &amp; ENDPOINT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260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IDS · Suricata · Zeek · SentinelOne · Stellar Cyber · Netskope · ControlUp DEX · Whistic · Proofpoint · Darktrace · ExtraHop · Lansweeper · Vectra AI · Sophos · Trellix · Carbon Black · Tanium · Trend Micro Vision One · Cisco Umbrella · Cortex XDR · FortiEDR · FortiSIEM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43484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34840" y="3035808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4456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OT/ICS &amp; INDUSTRY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54456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Dragos Platform · Claroty · Nozomi Networks · Cribl Stream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4151376"/>
            <a:ext cx="416052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9260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 for Security · OpenAI ChatGPT · Google Gemini · Grok AI · Discord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43484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34840" y="4151376"/>
            <a:ext cx="41605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456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&amp; TICKETING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54456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SecOps · Atlassian Jira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82880" y="486460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connector: authenticate · health_check · get/list/upsert/delete_object · to_stix() · from_stix()  —  one uniform contract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— A Universal Data Contract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from every connector normalises into the same STIX 2.1 types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09728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 with STIX patterns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[domain-name:value = '...']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109728" cy="13898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ThreatActor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profiles, aliases,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attribution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109728" cy="13898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CVEs, CVSS scores,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exploited flag,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109728" cy="138988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TTPs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tactic mapping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34640"/>
            <a:ext cx="109728" cy="1389888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5584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families,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kill-chain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89320" y="2834640"/>
            <a:ext cx="109728" cy="13898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Links: indicates · uses · targets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STIX graph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Export Pipelines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PIPELINE  (pull from platforms)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reader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· CSV · STIX · Syslog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· Email · Splunk · Elastic…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916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647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647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mapper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FlatIOC · STIX · MISP · CEF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NVD CVE · Feedly…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632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363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363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ORM objects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confidence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tag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  (push to destinations)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737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ExportFilter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737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TypeFilter · ConfidenceFilter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TLPFilter · SectorFilter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IOCTypeFilter · LimitFilter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1722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453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ExportTransform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453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NetskopeCETransform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STIXBundle · CSV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438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169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169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 (HTTP)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MultiDelivery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0040" y="3063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ThreatQ → GNAT → Netskope CE (FQDN + URL + SHA256 every 15 min) → Tenant lists → Palo Alto EDLs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520440"/>
            <a:ext cx="8503920" cy="12618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" y="3611880"/>
            <a:ext cx="82478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(ExportPipeline("tq-to-netskope")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.read_from(workspace)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.filter_with(TypeFilter("indicator")).filter_with(ConfidenceFilter(70))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.transform_with(NetskopeCETransform(source_label="ThreatQ", ioc_types=["domain","url","sha256"]))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.deliver_to(PlatformDelivery(netskope_client))).run()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One Scheduler, All Jobs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FeedJob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9319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job type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868680"/>
            <a:ext cx="196596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49631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threading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2628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ExportJob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9943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export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29400" y="868680"/>
            <a:ext cx="224028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868680"/>
            <a:ext cx="224028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033272"/>
            <a:ext cx="209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702552" y="1673352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reports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0040" y="22128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 type extends FeedJob and runs in the same FeedScheduler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Drift-corrected timing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jobs stay hourly even when runs take 5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protection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or queue policy — never two runs of the same job simultaneously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ctx.last_success_iso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ingestion: readers receive the last success timestamp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/ on-failure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231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alerting, logging, and downstream triggers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/ Celery adapters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jobs to external schedulers for teams with existing infrastructure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772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to_cron_lines()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8231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crontab entries for simple server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— Multi-LLM Threat Research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Topic-driven: synthesise research on threat actors, CVEs, campaigns.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Feed-driven: monitor sources for new threat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LLMClient (Claude / OpenAI / Grok / Gemini).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68680"/>
            <a:ext cx="2651760" cy="4754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STIX from any unstructured 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Flexible: IOCs + TTPs + actors + CVEs — whatever is present.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capped at confidence ≤ 60, tagged x_source_type=ai_extracted.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868680"/>
            <a:ext cx="2651760" cy="4754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904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904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Multi-LLM Facade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904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interface for Claude, OpenAI, Grok (xAI), and Gemini.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provider fallback on errors or rate limits.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via [claude] / [openai] / [grok] / [gemini] INI sections.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ResearchAgent, ParsingAgent, and ReportDraftingAssistant.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090672"/>
            <a:ext cx="8503920" cy="475488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1455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⛶  WorkflowEngine — Sequential DAG Orchestration (v1.4+)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3328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Pre-built: PhishingTriage · IncidentResponse · Custom DAGs with on_success / on_failure routing · cycle detection · elapsed timing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20040" y="3657600"/>
            <a:ext cx="8503920" cy="713232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216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 Trust Model · CopilotReader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9319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confidence_ceiling = 60 (configurable) prevents AI-extracted intel from reaching EDLs without analyst review. All AI objects tagged x_source_type='ai_extracted'. Export pipelines default to ConfidenceFilter(min=70), which excludes AI intel until promoted. CopilotReader queries Microsoft Copilot via DirectLine (SharePoint, mailboxes, Teams) and feeds output directly into ParsingAgent.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Query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NLPQueryEngine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" y="129844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53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BuiltinParser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57276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extraction — zero extra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dependencies. Regex + keyword rules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entities, IOC types, time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ranges, and platform filters.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38912" y="216712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22199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ClaudeParser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4144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structured extraction.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same QuerySpec as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builtin backend. Configured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[nlp] backend = claude.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304495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[nlp] section in gnat.ini · backend = builtin | claude · CLI: gnat nlq "..."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QuerySpec (internal dataclass)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73168" y="1261872"/>
            <a:ext cx="3931920" cy="1783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1353312"/>
            <a:ext cx="36758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QuerySpec: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entities:   list[str]        # APT-128, Cobalt Strike...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ioc_types:  list[str]        # ip, domain, hash...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since: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until: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platforms:  list[str]        # connectors to query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     int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337560"/>
            <a:ext cx="85039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" y="3429000"/>
            <a:ext cx="8247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client.natural_language_query(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"Get all IPs associated with Lazarus Group in the last 30 days"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# → list[STIXBase] dispatched to all configured connectors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— Shared Team Knowledge Base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02920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WORKSPACES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Analyst-owned · Active investigation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5029200" cy="7772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92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 (_gnat_staging)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lib.promote(ws, topic, researcher, note='...')  —  anyone can write, nothing auto-promotes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2788920"/>
            <a:ext cx="50292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8529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(_gnat_library)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1272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· Read-only to analysts · CurationJob every 4h · deduplication · TTL enforcement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4640" y="165506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834640" y="261518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577840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by Category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70432"/>
          <a:ext cx="3246120" cy="201168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TTL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IOCs rotate quickly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Exploitability changes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Evolves over weeks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threat_actor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Slow-changing TTPs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 fallback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3913632"/>
            <a:ext cx="8503920" cy="658368"/>
          </a:xfrm>
          <a:prstGeom prst="rect">
            <a:avLst/>
          </a:prstGeom>
          <a:solidFill>
            <a:srgbClr val="162952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checks lib.is_fresh("APT29") before running ResearchAgent. After review, promotes to staging with an analyst note. CurationJob deduplicates and promotes to library.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Generation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Intel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daily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/ shift handoff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 · Markdown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5468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868680"/>
            <a:ext cx="2651760" cy="41148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6440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6052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6440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052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6052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leads / analysts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6052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868680"/>
            <a:ext cx="2651760" cy="41148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9904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Intel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9904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manual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904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904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/ compliance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904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9516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pipeline: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DataAggregator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46888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ReportSynthesizer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call/section)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9087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MD/HTML/PDF/DOCX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76656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3971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SharePoint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21284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36168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51052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Targeting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— canonical cross-platform sector field, normalized from all connectors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5603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(default)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objects tagged with at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one listed sector.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objects also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(non-strict mode).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280160"/>
            <a:ext cx="25603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729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all listed sectors 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on the object.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 only tagged objects.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280160"/>
            <a:ext cx="256032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strict=True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61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untagged objects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entirely. Only explicitly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objects are included.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246120"/>
            <a:ext cx="850392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337560"/>
            <a:ext cx="82478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[sector_aliases]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= Healthcare, Health, Medical, H-ISAC, Hospitals and Health Centers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 = Financial Services, Finance, Banking, FS-ISAC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     = Energy, Electric, Oil and Gas, E-ISAC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SectorFilter expands aliases so 'health' matches 'Healthcare' from ThreatQ and 'Health' from RF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Sidecar — Solr Full-Text Search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STIX object indexed in Solr 9.x — search across all connectors simultaneously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2588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GNATIndexer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gnat/search/index.py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Add/update/delete Solr documents. Batch indexing with configurable batch_size. Field-mapped from STIX objects.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32588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gnat/search/mixin.py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4612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connector mixin. Auto-indexes on upsert_object() calls. Zero code change to existing connectors.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32588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gnat/search/orm_with_mixin.py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648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SearchMixin-enhanced STIX objects. Transparent to existing ORM code.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Patch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gnat/search/pipeline_patch.py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IngestPipeline to route records through Solr indexer post-map.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54680" y="310896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Patch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4612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gnat/search/library_patch.py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4612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search-backed lookups. Cross-source correlation at query time.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310896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solr_schema_gnat.xml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2648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9.x schema for GNAT fields: type, value, confidence, x_target_sectors, tlp, source, timestamp.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7000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[search] in gnat.ini  ·  solr_url = http://localhost:8983/solr/gnat  ·  enabled = true  ·  Grafana dashboards via gnat viz serve --with-solr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&amp; STIX Pattern Validator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— Full Read + Write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GNAT workspace is exposed as a TAXII 2.1 collection. Full protocol compliance including write endpoints.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691640"/>
            <a:ext cx="3941064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  —  Discovery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/taxii2/roots/gnat/collections/  —  List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  —  Paginated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/taxii2/.../objects/  —  Ingest bundle (WRITE_TAXII permission)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/taxii2/.../objects/{id}  —  Soft-delete by STIX ID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/taxii2/.../manifest/  —  Object manifest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/taxii2/.../objects/{oid}/versions/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9768" y="3657600"/>
            <a:ext cx="3941064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749040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--port 8090 --api-key s3cr3t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--title "Acme TAXII" --port 9000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16052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gnat[serve]  ·  56 unit tests  ·  TLP:AMBER + RED collections allow write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validator. Tier 1: pure-Python recursive descent (zero deps). Tier 2: stix2-patterns ANTLR grammar.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73168" y="1773936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1865376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 import validate_pattern, PatternValidationError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validate_pattern("[ipv4-addr:value = '1.2.3.4']")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result.valid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ORM opt-in validation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Indicator(pattern="[domain-name:value = 'evil.com']", validate=True)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731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pattern "[ipv4-addr:value = '1.2.3.4']"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bundle indicators.json --strict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731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gnat[stix-validate] for tier 2  ·  87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Capability Reflection &amp; Health Monitoring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Reflection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 any connector's methods at runtime. Safe guarded dispatch prevents unintended writes.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64792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1856232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caps = client.capabilities()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[{name, signature, doc, type: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'auth|read|write|helper',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platform_specific: bool}, ...]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Guarded dispatch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client.call("list_objects", stix_type="indicator")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client.call("upsert", obj, allow_write=True)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3154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77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capabilities --platform threatq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call --platform splunk --method list_objects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unit tests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73168" y="1298448"/>
            <a:ext cx="3941064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ConnectorHealthJob — FeedJob subclass, periodic health checks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health_check() on all configured connectors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SchemaSnapshot: samples list_objects(limit=1) and stores field fingerprint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DriftReport: alerts when changed fields exceed drift_threshold (default 20%)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webhook or email alerts on drift detection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health check  /  gnat health baseline  CLI subcommands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73168" y="361188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370332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[health_monitor]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          = 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interval_minutes = 60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alert_webhook    = https://hooks.slack.com/...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drift_threshold  = 0.2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73168" y="433425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&amp; Web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over SSH — no browser, no display server required. Modern TUI built on Textual.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73936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Query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691640" y="18288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search bar + scrollable STIX results table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9768" y="2176272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23113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Library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91640" y="22311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browser · promote (Ctrl+P) / reject (Ctrl+X)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9768" y="2578608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633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 Scheduler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691640" y="26334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job status · manual trigger with Ctrl+T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" y="2980944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 Reports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91640" y="30358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PDF/HTML/DOCX browser · open in browser (Ctrl+O)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29768" y="3383280"/>
            <a:ext cx="3913632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43814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 Health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691640" y="34381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monitor · drift detection · Ctrl+R refresh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9768" y="3785616"/>
            <a:ext cx="3913632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8404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  Review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91640" y="38404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· Approve/Reject/Modify with confidence override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29768" y="4261104"/>
            <a:ext cx="3941064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7784" y="4352544"/>
            <a:ext cx="3685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          # launch dashboard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review    # start on review screen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29768" y="466344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"gnat[tui]"  ·  F1–F6 screens  ·  38 unit tests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dashboard for server deployments. X-Api-Key auth, rate-limited 100 req/min.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73168" y="177393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/api/library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73168" y="197510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search, promote, reject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73168" y="230428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/api/reports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73168" y="250545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reports; serve HTML inline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73168" y="283464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/api/scheduler/jobs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773168" y="303580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status + manual trigger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73168" y="336499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773168" y="356616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liveness check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773168" y="389534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773168" y="409651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dashboard (dark, no build step)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773168" y="4434840"/>
            <a:ext cx="3941064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01184" y="4526280"/>
            <a:ext cx="3685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serve --port 8088 --api-key $(openssl rand -hex 16)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773168" y="4809744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"gnat[serve]"  ·  Bind 127.0.0.1 by default  ·  54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 &amp; Contribution Pipeline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Introspects any registered connector via capabilities() and generates a valid XSOAR 6 content pack zip.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773936"/>
            <a:ext cx="3941064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pack_metadata.json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Integrations/&lt;Name&gt;/&lt;Name&gt;.yml  —  XSOAR command defs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Integrations/&lt;Name&gt;/&lt;Name&gt;.py  —  Python bridge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ReleaseNotes/&lt;ver&gt;.md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methods flagged dangerous: true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type auto-detected from constructor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" y="379476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88620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xsoar --connector threatq --output ./packs/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openapi --spec api.yaml --target myplatform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51713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unit tests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a connector as a draft GitHub PR through a 7-step compliance gate.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1773936"/>
            <a:ext cx="394106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Enabled guard (opt-in only)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Connector exists in CLIENT_REGISTRY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ComplianceMatrix: all 8 methods + test file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Full test suite — aborts on failure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Branch: contribute/{platform}-{timestamp}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Commit + push to fork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Draft PR via GitHub REST API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73168" y="3858768"/>
            <a:ext cx="3941064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395020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--message "Add..."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--dry-run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73168" y="4471416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draft_pr = true is hardcoded — always requires human review  ·  47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Containerization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3492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3492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4124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 —  Production Stack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61872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1673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53619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7510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  :8080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" y="2194560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server: serves indicator files to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firewalls. Survives scheduler restart.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578608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629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78608"/>
            <a:ext cx="73152" cy="56692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3347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gnat-monitor  :8090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40080" y="28529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236976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36976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29184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solr (profile: search)  :8983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0080" y="351129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search index for GNAT sidecar.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895344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895344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9502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 (profile: monitoring)  :3000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0080" y="416966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dashboards for Solr + GNAT data.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volume: gnat-workspace  ·  .env.example → .env  ·  make docker-build / docker-up / docker-logs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806440" y="804672"/>
            <a:ext cx="3017520" cy="18745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06440" y="804672"/>
            <a:ext cx="3017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16168" y="84124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DevContainer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16168" y="1225296"/>
            <a:ext cx="2798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.devcontainer/devcontainer.json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toolchain + Docker-in-Docker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extension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Codespaces ready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06440" y="2816352"/>
            <a:ext cx="3017520" cy="199339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806440" y="2816352"/>
            <a:ext cx="3017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16168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 Harness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16168" y="3236976"/>
            <a:ext cx="2798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8.13.4 + Solr 9.6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Non-conflicting ports (19200, 18983)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@pytest.mark.docker marker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TAXII + 14 Elastic + 14 Solr tests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test-docker  (up → run → down)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namespace prefixing — no schema migration — works with SQLite and FlatFile stores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548640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325880"/>
            <a:ext cx="52303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gnat.context import WorkspaceManager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 = WorkspaceManager.default()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acme = manager.for_tenant("acme")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   = acme.create("apt28-investigation")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"acme::apt28-investigation"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beta = manager.for_tenant("beta")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  = beta.create("apt28-investigation")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"beta::apt28-investigation"  (no collision)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89320" y="1234440"/>
            <a:ext cx="283464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89320" y="1234440"/>
            <a:ext cx="28346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9048" y="127101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TenantRegistry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workspaces → "default" tenant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config_path in INI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list() scoped to tenant namespace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WorkspaceManager.for_tenant(id)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unit tests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3657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886200"/>
            <a:ext cx="850392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" y="3977640"/>
            <a:ext cx="8247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list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create acme --display-name "Acme Corp" --config /etc/gnat/acme.ini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workspaces acme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delete acme --yes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Single Azure VM, Three Services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5778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1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B2s  (2 vCPU · 4 GB · ~$50/month)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801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35331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gnat-scheduler.service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162763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91440" cy="82296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35915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gnat-edl.service  :8080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2633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EDLServer: serves indicator files to firewalls.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— survives scheduler restart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29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91840"/>
            <a:ext cx="91440" cy="82296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36499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gnat-health.service  :8090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36393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3708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~/.gnat/config.ini  ·  workspaces/  ·  /var/reports/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5040" y="804672"/>
            <a:ext cx="2788920" cy="40050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5040" y="804672"/>
            <a:ext cx="27889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841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path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1298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feeds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jobs → Azure Container Instances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72200" y="1956816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SLA &lt; 5 min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2340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 → dedicated B1s VM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72200" y="2761488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90779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analysts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3145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FlatFileStore → PostgreSQL (1 config change)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72200" y="3566160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371246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9502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workspace namespace per tenant, shared codebase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&amp; Plugin System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(Alembic)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1.13 schema management. URL resolved: GNAT_DB_URL → [database] INI → default.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55648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8105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0001_init_all_tables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39496" y="2029968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investigations, reports, workspaces,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workspace_objects, enrichment_log, context_globals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414016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46888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0002_add_lineage_events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9496" y="2688336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lineage_events table · composite index on (object_id, timestamp)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3072384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312724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0003_add_metrics_events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9496" y="3346704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metrics_events table · index on (metric_type, timestamp)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749040"/>
            <a:ext cx="3941064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7784" y="3840480"/>
            <a:ext cx="3685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upgrade head    # apply all migrations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current         # show current revision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history         # show migration history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29768" y="43159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"gnat[migrations]"  ·  get_combined_metadata() for Alembic auto-detect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System (gnat.plugins)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 plugin architecture with entry_points discovery, filesystem scanning, and HookBus pub/sub.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73168" y="1792224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82896" y="182880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GNATPlugin ABC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82896" y="2029968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/ version / capabilities / register(registry)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73168" y="2359152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39572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PluginCapability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82896" y="2596896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· READER · MAPPER · AGENT · REPORTER · HOOK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73168" y="2926080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82896" y="296265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HookBus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82896" y="3163824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pub/sub · 14 built-in KNOWN_EVENTS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handlers · exceptions never propagate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3493008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82896" y="3529584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PluginRegistry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82896" y="3730752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load/unload/get/list · entry_points discovery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GNAT_PLUGIN_DIRS env var · wraps existing registries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73168" y="4023360"/>
            <a:ext cx="3941064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01184" y="4114800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[plugins]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 = /opt/gnat/plugins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declare in pyproject.toml entry-points: gnat.plugins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(RBAC) &amp; STIX Object Validator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— RBAC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orthogonal to TLP labels. Static permission matrix. FastAPI-native Depends.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828800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86537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572768" y="1883664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READ_OBJECTS, READ_REPORTS, QUERY_NLP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9768" y="2340864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3774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72768" y="2395728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WRITE_OBJECTS, ENRICH, PROMOTE_INTEL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9768" y="2852928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288950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2768" y="290779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MANAGE_SCHEDULES, WRITE_TAXII, EXPORT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" y="3364992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9496" y="34015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572768" y="3419856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MANAGE_KEYS, MANAGE_TENANTS (all perms)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29768" y="3913632"/>
            <a:ext cx="3913632" cy="384048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9496" y="3968496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Audit Middleware: every API request emits api_request HookBus event + structured log. APIKey.role field.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9768" y="4370832"/>
            <a:ext cx="3941064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7784" y="4462272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engine.require(Permission.WRITE_TAXII, key_store)  # FastAPI Depends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Object Validator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STIXObjectValidator validates required properties, vocabularies, confidence, refs, and ID format.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73168" y="1792224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182880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SDO  (19 types)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82896" y="202996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indicator, malware, threat-actor, campaign, attack-pattern, course-of-action, identity, intrusion-set, tool, vulnerability, report, observed-data, note, opinion, relationship, sighting, infrastructure, malware-analysis, location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773168" y="2505456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82896" y="254203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  (16 types)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82896" y="274320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ipv4-addr, ipv6-addr, domain-name, url, file, process, network-traffic, email-message, windows-registry-key, user-account, software, autonomous-system, directory, email-addr, mac-addr, mutex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773168" y="3218688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3255264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SRO  (2 types)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882896" y="3456432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relationship, sighting — validates source/target ref format and relationship_type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773168" y="3931920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82896" y="396849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(4 types)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882896" y="4169664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marking-definition, language-content, extension-definition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73168" y="4663440"/>
            <a:ext cx="3941064" cy="1645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01184" y="4754880"/>
            <a:ext cx="3685032" cy="-18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gnat.stix.object_validator import STIXObjectValidator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 — Workflow DAG Engine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8503920" cy="420624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gnat.agents.workflow  ·  Sequential DAG executor with success/failure routing, cycle detection, and elapsed timing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WorkflowStep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fn, on_success, on_failure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step with optional routing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46888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6888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7860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WorkflowContext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7860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investigation, enriched_objects, gaps, draft,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metadata — shared state across all steps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1772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2744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2744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dict + entry_point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.execute(ctx) → WorkflowResult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6656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7628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WorkflowResult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7628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success, steps_run, errors, elapsed_ms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execution trace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9768" y="2834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Step Factories: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9768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enrich_step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746504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56232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correlate_step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172968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82696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gap_detect_step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99432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draft_report_step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025896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35624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transition_step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452360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62088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fn_step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29768" y="3520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Workflows: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040" y="3822192"/>
            <a:ext cx="8503920" cy="402336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9768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PhishingTriage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938528" y="3913632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→ correlate → gap_detect → draft_report → transition(IN_PROGRESS)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4297680"/>
            <a:ext cx="8503920" cy="402336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9768" y="43525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IncidentResponse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938528" y="4389120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→ correlate → gap_detect → draft_report → transition(REVIEW)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0040" y="4828032"/>
            <a:ext cx="85039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4919472"/>
            <a:ext cx="8247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gnat.agents.workflows.phishing_triage import build_phishing_triage_workflow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build_phishing_triage_workflow(enricher, correlator, detector, drafter, svc).execute(ctx)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&amp; Analyst Metrics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(gnat.lineage)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 log. Zero new runtime dependencies. Optional deployment.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37360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77393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LineageEventType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39496" y="1975104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· ENRICHED · NORMALIZED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· EXPORTED · REPORTED · DELETED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359152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39572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LineageEvent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9496" y="2596896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UUID4 id · timestamp · object_id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· source · metadata dict (immutable)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2980944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301752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LineageStore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39496" y="321868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SQLAlchemy-backed lineage_events table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/ query / query_by_type / count()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602736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9496" y="3639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LineageTracker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39496" y="3840480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wrapper: record_ingested()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record_enriched() … store=None → no-op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9768" y="4242816"/>
            <a:ext cx="3941064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" y="4334256"/>
            <a:ext cx="3685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tracker.record_ingested("indicator--abc", actor="feed_scheduler")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store.query("indicator--abc")  # full audit trail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29768" y="4645152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ADR-0038: append-only log · no runtime deps · optional deployment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Metrics (gnat.metrics)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731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ring-buffer collector with structured aggregation by type and time window.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3168" y="1719072"/>
            <a:ext cx="3941064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INVESTIGATION_CREATED · INVESTIGATION_CLOSED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ENRICHMENT_ATTEMPTED · ENRICHMENT_SUCCESS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REPORT_PUBLISHED · GAP_DETECTED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FALSE_POSITIVE_FLAGGED · ANALYST_OVERRIDE · INTEL_PROMOTED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73168" y="2798064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2834640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investigation_summary(days)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82896" y="3035808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breakdown + close rate for period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773168" y="3310128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82896" y="3346704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enrichment_effectiveness(platform, days)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882896" y="3547872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+ avg per-platform confidence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73168" y="3822192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3858768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gap_frequency(days)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882896" y="4059936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detection rate over the window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773168" y="4334256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82896" y="4370832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false_positive_rate(days)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882896" y="4572000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FP:total ratio for the window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773168" y="4864608"/>
            <a:ext cx="3941064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01184" y="4956048"/>
            <a:ext cx="3685032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collector.record(MetricType.REPORT_PUBLISHED, 1)  # anywhere in pipeline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8503920" cy="402336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052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gate between AI-extracted intel and the analyst-verified workspace. Analysts approve, modify, or reject before promotion.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84048" y="1298448"/>
            <a:ext cx="841248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35024" y="13350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1298448"/>
            <a:ext cx="841248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22576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36976" y="13350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87952" y="1298448"/>
            <a:ext cx="841248" cy="274320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24528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9904" y="1298448"/>
            <a:ext cx="841248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991856" y="1298448"/>
            <a:ext cx="841248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28432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1682496"/>
            <a:ext cx="4160520" cy="310896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1682496"/>
            <a:ext cx="416052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71907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ReviewService Methods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208483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submit(stix_id, stix_type, stix_data, ...)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29768" y="226771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AI-extracted intel for review (PENDING)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29768" y="245059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approve(id, reviewer, notes, confidence)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29768" y="263347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APPROVED + optional confidence override (0-100)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29768" y="281635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reject(id, reviewer, reason)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29768" y="299923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REJECTED with reason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29768" y="318211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modify(id, reviewer, modified_properties)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29768" y="336499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analyst property overrides (MODIFIED)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29768" y="354787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promote(id, reviewer, workspace_manager)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9768" y="373075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overrides + x_source_type=analyst_verified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29768" y="391363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bulk_approve(ids) / bulk_reject(ids)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9768" y="409651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operations with full validation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29768" y="427939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stats()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29768" y="446227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Per-status breakdown + total count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663440" y="1682496"/>
            <a:ext cx="4160520" cy="310896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663440" y="1682496"/>
            <a:ext cx="416052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73168" y="171907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 ·  CLI  ·  TUI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3168" y="2084832"/>
            <a:ext cx="3941064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  —  list (status + type + submitter filters)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  —  submit new item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/api/review/stats  —  per-status counts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/api/review/{id}  —  item detail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/api/review/{id}/approve  —  approve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/api/review/{id}/reject   —  reject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/api/review/{id}/modify   —  set overrides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/api/review/{id}/promote  —  promote to workspace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773168" y="3968496"/>
            <a:ext cx="3941064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01184" y="4059936"/>
            <a:ext cx="3685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list --status pending --type indicator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approve &lt;id&gt; --by alice --confidence 85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stats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773168" y="4535424"/>
            <a:ext cx="3913632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82896" y="4553712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TUI: F6  ReviewScreen  ·  Approve/Reject/Modify with confidence input  ·  Ctrl+A bulk approve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Abstraction Advantage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ThreatQ to a new TIP? Change one config line. The pipeline, scheduler, reports, and export jobs all work unchanged. Your automation is not locked to any platform.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Simplicity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changes affect one connector file, not every script. Tests cover all connectors uniformly. One library version number covers the entire integration stack.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904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exposes get_object(), list_objects(), upsert_object(), to_stix(), from_stix(). Analysts learn one mental model once and it works across 99 platforms.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Coherence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scheduler, one health endpoint, one log stream. No more asking which of 15 scripts ran overnight and whether it worked. FeedScheduler.summary() answers all of that.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83464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Adoption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6440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independently useful. Start with connectors only. Add ingest. Add export. Add AI. Add reports. The stack is additive — you never have to replace working parts.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904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 unit tests across 30+ test files. Every connector, every pipeline stage, every renderer, every scheduler, every new v1.4/1.5 module. Confidence in changes without regression fear.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Safety, CI &amp; Developer Security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822960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pylint workflow on every push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 / 3.10 / 3.11 / 3.12 matrix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build on any lint error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on README signals status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7296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72968" y="822960"/>
            <a:ext cx="2724912" cy="40233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8269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code review on pull requests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suggestions during authoring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 across codebase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code still gates through CI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5332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53328" y="822960"/>
            <a:ext cx="2724912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mypy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6305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Ruff: E, F, W, I, UP, B, C4, SIM rules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length 100, Python 3.9 target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mypy: warn_return_any, strict configs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check = lint + typecheck gate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260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92608" y="2852928"/>
            <a:ext cx="2724912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Coverage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 unit tests across 30+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minimum coverage enforced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fail_under = 70 in pyproject.toml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harness (ES + Solr)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7296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72968" y="2852928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8269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8269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dependency update PRs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 per dependency for audit trail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versions reviewed before merge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Python + GitHub Actions deps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5332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53328" y="2852928"/>
            <a:ext cx="2724912" cy="40233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6305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 + Secret Scanning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6305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Snyk: dependency vulnerability scanning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security analysis in pipeline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secret scanning: blocks known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before they reach history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2608" y="4846320"/>
            <a:ext cx="8577072" cy="182880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4864608"/>
            <a:ext cx="8357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ceiling — draft PRs only — localhost binding by default — call() write guard — no credentials in source — HMAC constant-time key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126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1440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3558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0990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83464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126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Azure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2834640"/>
            <a:ext cx="246888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33558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(default)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200" dirty="0"/>
          </a:p>
        </p:txBody>
      </p:sp>
      <p:sp>
        <p:nvSpPr>
          <p:cNvPr id="28" name="Text 26"/>
          <p:cNvSpPr/>
          <p:nvPr/>
        </p:nvSpPr>
        <p:spPr>
          <a:xfrm>
            <a:off x="60990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v1.5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Sequence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gnat 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ingest dry-run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8308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2880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3-5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78308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5623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 configs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ingest jobs (TQ, RF, CS)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running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4612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9184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6-8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927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1927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ExportJob (15 min)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files hourly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TQ → CE → firewall EDLs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9-10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0916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8231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[claude] in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ResearchAgent 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CurationJob to scheduler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7220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1792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11-14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7220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4535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4535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 — review PDF/HTML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email delivery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 at 06:00 daily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635240" y="822960"/>
            <a:ext cx="1325880" cy="50292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6352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083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083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config templates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EXAMPLES.md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review process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Roadmap Items — Complete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Every pending item and roadmap addition has shipped through v1.5.0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25272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2618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normalized across all connectors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0040" y="1481328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49961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67512" y="150876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renderer — pure Python (python-docx)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0040" y="1728216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" y="174650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67512" y="175564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WorkspaceManager.default() method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0040" y="1975104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199339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00253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DirectLine token refresh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" y="2221992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" y="224028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67512" y="224942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gnat report run / gnat report list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2468880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" y="248716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7512" y="24963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SectorFilter in gnat.export.filters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20040" y="2715768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73405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67512" y="274320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body: rendered HTML content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20040" y="2962656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298094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67512" y="299008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Query Interface (builtin + Claude)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20040" y="3209544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322783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67512" y="323697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Capability Reflection + safe dispatch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20040" y="3456432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" y="34747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67512" y="348386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Batch 2 — 11 new platforms (v1.0)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20040" y="3703320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372160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67512" y="37307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20040" y="3950208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9684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67512" y="39776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containerization (3-service stack)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20040" y="4197096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3192" y="421538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67512" y="4224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(Alembic + gnat-db CLI)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20040" y="4443984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3192" y="44622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67512" y="447141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System (PluginRegistry + HookBus + 14 events)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20040" y="4690872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3192" y="470916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67512" y="471830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WorkflowEngine DAG (PhishingTriage · IncidentResponse)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727448" y="1234440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125272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074920" y="12618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(Textual, SSH-safe, F1–F6 screens)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727448" y="1481328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00600" y="149961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074920" y="150876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(FastAPI, X-Api-Key, rate-limited)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727448" y="1728216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00600" y="174650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074920" y="175564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Monitoring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727448" y="1975104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00600" y="199339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5074920" y="200253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 (7-step gate)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727448" y="2221992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224028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5074920" y="224942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(full read + write protocol)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727448" y="2468880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00600" y="248716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074920" y="249631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 (two-tier)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727448" y="2715768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00600" y="273405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5074920" y="274320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727448" y="2962656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00600" y="298094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5074920" y="299008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Test Harness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727448" y="3209544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00600" y="322783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074920" y="323697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new connectors v1.1 — 25 in v1.2 — 9 in v1.3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727448" y="3456432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00600" y="34747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5074920" y="348386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connectors total in CLIENT_REGISTRY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727448" y="3703320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00600" y="372160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5074920" y="37307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LLMClient: Claude · OpenAI · Grok · Gemini (v1.3)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727448" y="3950208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800600" y="39684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5074920" y="39776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(RBAC · Permission matrix · audit hook)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727448" y="4197096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600" y="421538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074920" y="42245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tracking (append-only event log)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727448" y="4443984"/>
            <a:ext cx="406908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800600" y="44622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074920" y="447141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Metrics (ring-buffer · 9 metric types)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4727448" y="4690872"/>
            <a:ext cx="4069080" cy="219456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800600" y="470916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5074920" y="471830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(submit → approve → promote)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320040" y="4837176"/>
            <a:ext cx="8503920" cy="20116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9768" y="4855464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EXAMPLES.md  ·  IMPLEMENTATION_PLAN.md  ·  ARCHITECTURE_DECISIONS.md  ·  CHANGELOG.md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library. Every platform. Total control.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487168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connectors · STIX 2.1 ORM · Ingest + Export pipelines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(LLMClient: Claude · OpenAI · Grok · Gemini) · WorkflowEngine DAG · NLP queries · Research library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read+write · STIX validator · Policy RBAC · Plugins · Lineage · Metrics · Review Queue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 tests · ~$50/month Azure · Incremental adoption · Contribution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77724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1.5.0  |  Python 3.9+  |  Apache 2.0  |  EXAMPLES.md · IMPLEMENTATION_PLAN.md · README.md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GNAT: GNAT's Not Another TIP</dc:title>
  <dc:subject>PptxGenJS Presentation</dc:subject>
  <dc:creator>wrhalpin@gmail.com</dc:creator>
  <cp:lastModifiedBy>wrhalpin@gmail.com</cp:lastModifiedBy>
  <cp:revision>1</cp:revision>
  <dcterms:created xsi:type="dcterms:W3CDTF">2026-04-08T22:02:11Z</dcterms:created>
  <dcterms:modified xsi:type="dcterms:W3CDTF">2026-04-08T22:02:11Z</dcterms:modified>
</cp:coreProperties>
</file>