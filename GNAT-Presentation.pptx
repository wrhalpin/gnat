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·  Python 3.9+  ·  STIX 2.1  ·  99 Platform Connectors  ·  2,000+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(99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297680"/>
            <a:ext cx="8503920" cy="512064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4334256"/>
            <a:ext cx="8284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Portability: swap one platform, nothing else changes  ·  Coherence: one scheduler, one log stream, one health check  ·  Safety: AI ceiling=60, HITL gate, RBAC, audit trail  ·  Scale: SQLite → Postgres with one config change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 · BitSight · Flashpoint · HudsonRock · Intel 471 · UpGuard · Shodan · GreyNoise · CISA KEV · OSINT Feed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 · Google Chronicle · LogRhythm · Datadog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 · Synapse · FortiSOAR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CLOUD SECURITY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 · Orca Security · Wiz CNAPP · Cortex Xpanse · CyCognito · RiskRecon · Armis Centrix · Axonius · Prisma Cloud · AWS Security Hub · JupiterOne · SecurityScorecard · Censys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 · Darktrace · ExtraHop · Lansweeper · Vectra AI · Sophos · Trellix · Carbon Black · Tanium · Trend Micro Vision One · Cisco Umbrella · Cortex XDR · FortiEDR · FortiSIEM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OT/ICS &amp; INDUSTRY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Dragos Platform · Claroty · Nozomi Networks · Cribl Stream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 · Discord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class for all scheduled 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288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3288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scheduler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 job types together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3600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EDL / CE export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FeedJob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39128" y="996696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39128" y="1289304"/>
            <a:ext cx="20208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PDF/DOCX report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delivery hook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Multi-LLM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LLMClient (Claude / OpenAI / Grok / Gemini).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Multi-LLM Facade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interface for Claude, OpenAI, Grok (xAI), and Gemini.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provider fallback on errors or rate limits.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via [claude] / [openai] / [grok] / [gemini] INI sections.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ResearchAgent, ParsingAgent, and ReportDraftingAssistant.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090672"/>
            <a:ext cx="850392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1455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  WorkflowEngine — Sequential DAG Orchestration (v1.4+)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28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Pre-built: PhishingTriage · IncidentResponse · Custom DAGs with on_success / on_failure routing · cycle detection · elapsed timing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657600"/>
            <a:ext cx="8503920" cy="713232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 · CopilotReader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 CopilotReader queries Microsoft Copilot via DirectLine (SharePoint, mailboxes, Teams) and feeds output directly into ParsingAgent.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— Full Read + Write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 including write endpoints.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 (WRITE_TAXII permission)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/taxii2/.../objects/{id}  —  Soft-delete by STIX ID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657600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4904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16052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56 unit tests  ·  TLP:AMBER + RED collections allow write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176272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91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578608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91640" y="2633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2980944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1640" y="3035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383280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438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Investigations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91640" y="3438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browser · status transitions · Ctrl+N new · Ctrl+R refresh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9768" y="3785616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1640" y="3840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· Approve/Reject/Modify with confidence override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9768" y="4261104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" y="4352544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review    # start on review screen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9768" y="46634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F1–F6 screens  ·  38 unit tests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611880"/>
            <a:ext cx="3941064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03320"/>
            <a:ext cx="3685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   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  --spec api.yaml --name myplatform --ai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tests     --connector crowdstrike --overwrite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register  --scan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config-docs --dry-run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681728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xsoar: 40 tests  ·  openapi + tests + register + config-docs: new in v1.5  ·  --ai: Claude-powered implementations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&amp; Plugin System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1.13 schema management. URL resolved: GNAT_DB_URL → [database] INI → default.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55648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105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0001_init_all_tables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9496" y="2029968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investigations, reports, workspaces,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workspace_objects, enrichment_log, context_globals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414016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46888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0002_add_lineage_events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9496" y="26883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lineage_events table · composite index on (object_id, timestamp)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3072384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12724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0003_add_metrics_events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9496" y="334670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metrics_events table · index on (metric_type, timestamp)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749040"/>
            <a:ext cx="3941064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" y="3840480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upgrade head    # apply all migrations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current         # show current revision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history         # show migration history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43159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"gnat[migrations]"  ·  get_combined_metadata() for Alembic auto-detect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(gnat.plugins)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plugin architecture with entry_points discovery, filesystem scanning, and HookBus pub/sub.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73168" y="1792224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GNATPlugin ABC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82896" y="2029968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version / capabilities / register(registry)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359152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PluginCapability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82896" y="2596896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· READER · MAPPER · AGENT · REPORTER · HOOK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926080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2896" y="296265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HookBus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82896" y="3163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pub/sub · 14 built-in KNOWN_EVENTS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handlers · exceptions never propagate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3493008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52958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PluginRegistry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82896" y="3730752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load/unload/get/list · entry_points discovery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GNAT_PLUGIN_DIRS env var · wraps existing registries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73168" y="4023360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01184" y="411480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[plugins]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/opt/gnat/plugins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declare in pyproject.toml entry-points: gnat.plugins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(RBAC) &amp; STIX Object Validator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— RBAC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orthogonal to TLP labels. Static permission matrix. FastAPI-native Depends.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828800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72768" y="1883664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READ_OBJECTS, READ_REPORTS, QUERY_NLP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3408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72768" y="2395728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WRITE_OBJECTS, ENRICH, PROMOTE_INTEL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8529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288950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2768" y="29077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MANAGE_SCHEDULES, WRITE_TAXII, EXPORT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33649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4015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72768" y="341985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MANAGE_KEYS, MANAGE_TENANTS (all perms)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913632"/>
            <a:ext cx="3913632" cy="384048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39684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Audit Middleware: every API request emits api_request HookBus event + structured log. APIKey.role field.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9768" y="4370832"/>
            <a:ext cx="394106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4462272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engine.require(Permission.WRITE_TAXII, key_store)  # FastAPI Depends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Object 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STIXObjectValidator validates required properties, vocabularies, confidence, refs, and ID format.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1792224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 (19 types)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82896" y="202996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indicator, malware, threat-actor, campaign, attack-pattern, course-of-action, identity, intrusion-set, tool, vulnerability, report, observed-data, note, opinion, relationship, sighting, infrastructure, malware-analysis, location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73168" y="2505456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254203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  (16 types)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82896" y="274320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ipv4-addr, ipv6-addr, domain-name, url, file, process, network-traffic, email-message, windows-registry-key, user-account, software, autonomous-system, directory, email-addr, mac-addr, mutex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773168" y="3218688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25526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  (2 types)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82896" y="3456432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relationship, sighting — validates source/target ref format and relationship_type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73168" y="3931920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396849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(4 types)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82896" y="4169664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marking-definition, language-content, extension-definition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73168" y="4663440"/>
            <a:ext cx="3941064" cy="1645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754880"/>
            <a:ext cx="3685032" cy="-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gnat.stix.object_validator import STIXObjectValidator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— Workflow DAG Engine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20624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gnat.agents.workflow  ·  Sequential DAG executor with success/failure routing, cycle detection, and elapsed timing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WorkflowStep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fn, on_success, on_failure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step with optional routing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6888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860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860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enriched_objects, gaps, draft,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metadata — shared state across all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2744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dict + entry_point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.execute(ctx) → WorkflowResult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WorkflowResult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7628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steps_run, errors, elapsed_ms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execution trace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" y="2834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Step Factories: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enrich_step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746504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56232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correlate_step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72968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82696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gap_detect_step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99432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draft_report_step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25896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35624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transition_step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5236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fn_step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29768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Workflows: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3822192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PhishingTriage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938528" y="3913632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transition(IN_PROGRESS)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4297680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43525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IncidentResponse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938528" y="43891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transition(REVIEW)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4919472"/>
            <a:ext cx="8247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gnat.agents.workflows.phishing_triage import build_phishing_triage_workflow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build_phishing_triage_workflow(enricher, correlator, detector, drafter, svc).execute(ctx)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&amp; Analyst Metrics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(gnat.lineage)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 log. Zero new runtime dependencies. Optional deployment.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37360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77393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9496" y="1975104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· ENRICHED · NORMALIZED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· EXPORTED · REPORTED · DELETED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59152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25968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UUID4 id · timestamp · object_id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source · metadata dict (immutable)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01752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LineageStore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9496" y="321868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SQLAlchemy-backed lineage_events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/ query / query_by_type / count()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602736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639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LineageTracker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9496" y="38404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wrapper: record_ingested()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record_enriched() … store=None → no-op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42816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34256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tracker.record_ingested("indicator--abc", actor="feed_scheduler")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store.query("indicator--abc")  # full audit trail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45152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ADR-0038: append-only log · no runtime deps · optional deployment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(gnat.metrics)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ring-buffer collector with structured aggregation by type and time window.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19072"/>
            <a:ext cx="394106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INVESTIGATION_CREATED · INVESTIGATION_CLOSED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ENRICHMENT_ATTEMPTED · ENRICHMENT_SUCCESS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REPORT_PUBLISHED · GAP_DETECTED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FALSE_POSITIVE_FLAGGED · ANALYST_OVERRIDE · INTEL_PROMOTED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27980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283464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investigation_summary(days)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82896" y="3035808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breakdown + close rate for period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73168" y="33101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3346704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enrichment_effectiveness(platform, days)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882896" y="354787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+ avg per-platform confidence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73168" y="38221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85876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gap_frequency(days)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82896" y="40599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detection rate over the window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73168" y="4334256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4370832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false_positive_rate(days)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82896" y="4572000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FP:total ratio for the window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73168" y="4864608"/>
            <a:ext cx="3941064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956048"/>
            <a:ext cx="368503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collector.record(MetricType.REPORT_PUBLISHED, 1)  # anywhere in pipeline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02336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052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 between AI-extracted intel and the analyst-verified workspace. Analysts approve, modify, or reject before promotion.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84048" y="1298448"/>
            <a:ext cx="84124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35024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1298448"/>
            <a:ext cx="84124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22576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36976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87952" y="1298448"/>
            <a:ext cx="84124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9904" y="1298448"/>
            <a:ext cx="84124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91856" y="1298448"/>
            <a:ext cx="841248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28432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1682496"/>
            <a:ext cx="416052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ReviewService Methods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20848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submit(stix_id, stix_type, stix_data, ...)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" y="22677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AI-extracted intel for review (PENDING)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29768" y="24505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approve(id, reviewer, notes, confidence)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29768" y="26334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APPROVED + optional confidence override (0-100)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29768" y="281635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reject(id, reviewer, reason)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9768" y="299923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REJECTED with reason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9768" y="318211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modify(id, reviewer, modified_properties)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9768" y="336499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analyst property overrides (MODIFIED)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29768" y="354787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promote(id, reviewer, workspace_manager)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9768" y="373075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overrides + x_source_type=analyst_verified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29768" y="39136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bulk_approve(ids) / bulk_reject(ids)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9768" y="40965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operations with full validation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29768" y="42793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stats()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29768" y="44622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Per-status breakdown + total count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1682496"/>
            <a:ext cx="416052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 ·  CLI  ·  TUI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2084832"/>
            <a:ext cx="39410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  —  list (status + type + submitter filters)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  —  submit new item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/api/review/stats  —  per-status counts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/api/review/{id}  —  item detail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/api/review/{id}/approve  —  approve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/api/review/{id}/reject   —  reject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/api/review/{id}/modify   —  set overrides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/api/review/{id}/promote  —  promote to workspace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73168" y="3968496"/>
            <a:ext cx="3941064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4059936"/>
            <a:ext cx="3685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list --status pending --type indicator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approve &lt;id&gt; --by alice --confidence 85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stats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4535424"/>
            <a:ext cx="3913632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82896" y="455371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TUI: F6  ReviewScreen  ·  Approve/Reject/Modify with confidence input  ·  Ctrl+A bulk approve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Control, Reasoning &amp; Safety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ExecutionContext · Domain Boundaries · HypothesisEngine · AgentGovernor · HITL · Workspace Trust  —  shipped in v1.6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43584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43584"/>
            <a:ext cx="73152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298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ExecutionContext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gnat/core/context.py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15270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stamped with context_id, domain, trust_level, workspace_id. Append-only execution_log (migration 0004). Full audit trail from connector call to report.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1993392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993392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482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Boundaries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204825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gnat/core/domains.py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27685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↔ Analysis ↔ Investigation ↔ Reporting are enforced domains. @domain_boundary decorator raises DomainBoundaryViolation on illegal cross-domain calls.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2743200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743200"/>
            <a:ext cx="73152" cy="67665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980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HypothesisEngine + NegativeEvidence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279806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gnat/reasoning/hypothesis.py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2920" y="30266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→ evaluate → close lifecycle. Confidence scoring weighted by connector TRUST_LEVEL (0.9/0.6/0.3). NegativeEvidenceRecord suppresses redundant re-queries within TTL.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3493008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493008"/>
            <a:ext cx="73152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478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AgentGovernor + HITL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354787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gnat/agents/governor.py  ·  hitl.py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2920" y="37764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actions routed through permission matrix ([agent_policy] INI). High/critical actions create PENDING ReviewItem via existing gnat/review/. Critical triggers XSOAR playbook.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0040" y="4242816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4242816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2976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ReasoningEngine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2976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gnat/reasoning/engine.py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5262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prioritize(observable_set, context) scores each observable using trust level, hypothesis confidence, NE TTL, age, and corroboration count. Outputs structured machine-readable explanation dict.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32120" y="1243584"/>
            <a:ext cx="3291840" cy="37490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532120" y="1243584"/>
            <a:ext cx="32918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41848" y="1280160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Trust Model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41848" y="1682496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TRUST_LEVEL on all 99 connectors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41848" y="1993392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41848" y="206654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6163056" y="20482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trusted_internal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63056" y="224942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0.9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63056" y="24323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Sentinel · QRadar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· Elastic · Wazuh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641848" y="2944368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41848" y="30175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6163056" y="2999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semi_trusted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63056" y="32004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63056" y="33832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· ThreatQ · MISP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· Mandiant · RF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641848" y="3895344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41848" y="396849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6163056" y="39502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untrusted_external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63056" y="415137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163056" y="4334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CISA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 · OSINT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9768" y="4864608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 0039–0049  ·  TRUST_LEVEL on all 99 connectors  ·  Alembic migrations 0004–0008  ·  SimulationConnector · ReplayRunner · AgentTestHarness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99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unit tests across 30+ test files. Every connector, every pipeline stage, every renderer, every scheduler, every new v1.4/1.5 module.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/ 3.10 / 3.11 / 3.12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2,000+ unit tests across 30+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3,865+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has shipped  —  v1.5.0 complete  ·  Phase 4 (v1.6)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67512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7512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7512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67512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 (v1.0)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0040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7512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7512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67512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 + gnat-db CLI)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7512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(PluginRegistry + HookBus + 14 events)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0040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3192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67512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WorkflowEngine DAG (PhishingTriage · IncidentResponse)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27448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74920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F1–F6 screens)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27448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74920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27448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74920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727448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074920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727448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074920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read + write protocol)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27448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074920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727448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5074920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727448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074920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727448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connectors v1.1 — 25 in v1.2 — 9 in v1.3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727448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5074920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 total in CLIENT_REGISTRY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727448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5074920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LLMClient: Claude · OpenAI · Grok · Gemini (v1.3)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727448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00600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 · Permission matrix · audit hook)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727448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600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074920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tracking (append-only event log)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727448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00600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074920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(ring-buffer · 9 metric types)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727448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00600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074920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(submit → approve → promote)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727448" y="438912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00600" y="44074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5074920" y="44165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ExecutionContext + Domain Boundaries (v1.6)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4727448" y="459943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00600" y="46177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5074920" y="462686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HypothesisEngine + NegativeEvidence + ReasoningEngine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727448" y="480974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00600" y="482803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5074920" y="48371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AgentGovernor + HITLGateway + Workspace Trust Boundary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(LLMClient: Claude · OpenAI · Grok · Gemini) · WorkflowEngine DAG · NLP queries · Research library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read+write · STIX validator · Policy RBAC · Plugins · Lineage · Metrics · Review Queue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ExecutionContext · HypothesisEngine · AgentGovernor · HITL  ·  3,865+ tests · ~$50/month Azure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1.5.0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2026-04-09T15:17:31Z</dcterms:created>
  <dcterms:modified xsi:type="dcterms:W3CDTF">2026-04-09T15:17:31Z</dcterms:modified>
</cp:coreProperties>
</file>