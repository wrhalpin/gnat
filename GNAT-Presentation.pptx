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" y="4480560"/>
            <a:ext cx="8942832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GNAT's Not Another TIP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06040"/>
            <a:ext cx="150876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Connectors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48840" y="2606040"/>
            <a:ext cx="1508760" cy="32918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0370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40480" y="2606040"/>
            <a:ext cx="1508760" cy="329184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9534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532120" y="2606040"/>
            <a:ext cx="1508760" cy="32918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8698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223760" y="2606040"/>
            <a:ext cx="150876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7862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Multi-Format Reports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threat intelligence library — abstract, normalise, automate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1.1  ·  Python 3.9+  ·  STIX 2.1  ·  95 Platform Connectors  ·  1,500+ Tests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Fragmented Threat Intelligence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platform is an island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" y="146304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46304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572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Numerous Different APIs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8836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platform has its own auth scheme, data model, and SDK. ThreatQ OAuth2 ≠ CrowdStrike OAuth2 ≠ VirusTotal API key.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" y="301752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301752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1272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Data Model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343814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indicator in ThreatQ looks nothing like one in CrowdStrike or Splunk. Correlation requires manual mapping.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17720" y="146304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17720" y="146304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1572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Code Per Integration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0600" y="18836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source or destination means new scripts with no shared error handling, retry logic, or scheduling.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17720" y="301752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17720" y="301752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31272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Fragile Automation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43814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Ad-hoc scripts break when APIs change. No tests, no versioning, no consistent patterns.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Solution: One Library, Every Platform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3749040" cy="34747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68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GNAT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SDK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VirusTotal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 CE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own auth, errors, retries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own data model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testing or scheduling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60520" y="2926080"/>
            <a:ext cx="457200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114800" y="30632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74920" y="868680"/>
            <a:ext cx="374904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868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GNAT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12080" y="13258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GNATConfig  →  one config.ini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GNATClient  →  one interface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everywhere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IngestPipeline  →  pull any source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ExportPipeline  →  push to EDLs/CE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 →  all jobs, one place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ReportGenerator  →  PDF/HTML/DOCX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ResearchLibrary  →  shared knowledge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The Middle Layer Model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8503920" cy="52120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229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/ AUTOMATION LAYER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04241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Workstations · SOAR · Scheduled jobs · CLI · TUI · Web Dashboard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434840" y="1298448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0040" y="1389888"/>
            <a:ext cx="8503920" cy="5212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3560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 CORE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655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· Export · AI Agents · Research Library · Reports · NLP · TAXII 2.1 · Solr Search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434840" y="1911096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20040" y="2002536"/>
            <a:ext cx="8503920" cy="52120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0482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ORM + WORKSPACE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26771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 · ThreatActor · Vulnerability · AttackPattern · Malware · Relationship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434840" y="2523744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20040" y="2615184"/>
            <a:ext cx="8503920" cy="52120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66090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LAYER (95 platforms)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288036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· CrowdStrike · Splunk · Elastic · Wazuh · QRadar · Sentinel · VirusTotal · Mandiant · Orca · Wiz · MISP · ...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34840" y="3136392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20040" y="3227832"/>
            <a:ext cx="8503920" cy="521208"/>
          </a:xfrm>
          <a:prstGeom prst="rect">
            <a:avLst/>
          </a:prstGeom>
          <a:solidFill>
            <a:srgbClr val="4B55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2735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PLATFORMS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349300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 · SIEMs · EDRs · Vuln Scanners · CNAPP/ASM · SOAR · NDR · AI Assistants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0040" y="3913632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urllib3 / httpx transport  ·  zero cloud dependencies  ·  INI config  ·  multi-tenant namespace isolation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Platform Connectors — One Interface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2880" y="804672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804672"/>
            <a:ext cx="416052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92608" y="896112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INTELLIGENCE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92608" y="1124712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· CrowdStrike · Recorded Future · AlienVault OTX · VirusTotal · ThreatConnect · Mandiant · MS Defender TI · ThreatStream · SOCRadar · PulseDive · FLARE · Yeti · CloudSEK · Feedly · MISP · OpenCTI · Group-IB · Cyble Vision · ZeroFox · ShadowServer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434840" y="804672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34840" y="804672"/>
            <a:ext cx="4160520" cy="54864"/>
          </a:xfrm>
          <a:prstGeom prst="rect">
            <a:avLst/>
          </a:prstGeom>
          <a:solidFill>
            <a:srgbClr val="5B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896112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9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&amp; LOG ANALYTICS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44568" y="1124712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· Elastic SIEM · IBM QRadar · Microsoft Sentinel · Graylog · OSSIM · Security Onion · Wazuh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82880" y="1920240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82880" y="1920240"/>
            <a:ext cx="416052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2608" y="2011680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SOAR &amp; INCIDENT RESPONSE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2608" y="2240280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Palo Alto XSOAR · TheHive · GreyMatter · ServiceNow · Jira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434840" y="1920240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434840" y="1920240"/>
            <a:ext cx="4160520" cy="54864"/>
          </a:xfrm>
          <a:prstGeom prst="rect">
            <a:avLst/>
          </a:prstGeom>
          <a:solidFill>
            <a:srgbClr val="5B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44568" y="2011680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9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MANAGEMENT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544568" y="2240280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Rapid7 InsightVM/IDR · Nucleus Security · Tenable One · Qualys VMDR · Greenbone/OpenVAS · DefectDojo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82880" y="3035808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82880" y="3035808"/>
            <a:ext cx="416052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2608" y="312724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&amp; ASM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2608" y="3355848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Orca Security · Wiz CNAPP · Cortex Xpanse · CyCognito · RiskRecon · Armis Centrix · Axonius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434840" y="3035808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434840" y="3035808"/>
            <a:ext cx="4160520" cy="54864"/>
          </a:xfrm>
          <a:prstGeom prst="rect">
            <a:avLst/>
          </a:prstGeom>
          <a:solidFill>
            <a:srgbClr val="5B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44568" y="312724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9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DETECTION &amp; ENDPOINT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544568" y="3355848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Snort IDS · Suricata · Zeek · SentinelOne · Stellar Cyber · Netskope · ControlUp DEX · Whistic · Proofpoint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82880" y="4151376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82880" y="4151376"/>
            <a:ext cx="416052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2608" y="424281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292608" y="4471416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Copilot for Security · OpenAI ChatGPT · Google Gemini · Grok AI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434840" y="4151376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34840" y="4151376"/>
            <a:ext cx="416052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44568" y="424281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 &amp; TICKETING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544568" y="4471416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SecOps · Atlassian Jira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82880" y="4864608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connector: authenticate · health_check · get/list/upsert/delete_object · to_stix() · from_stix()  —  one uniform contract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ORM — A Universal Data Contract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object from every connector normalises into the same STIX 2.1 types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109728" cy="138988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2120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IOCs with STIX patterns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[domain-name:value = '...']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128016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280160"/>
            <a:ext cx="109728" cy="138988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5584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ThreatActor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5584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profiles, aliases,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motivation, attribution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89320" y="128016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989320" y="1280160"/>
            <a:ext cx="109728" cy="1389888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9048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CVEs, CVSS scores,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exploited flag, products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283464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2834640"/>
            <a:ext cx="109728" cy="1389888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120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AttackPattern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120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TTPs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tactic mapping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154680" y="283464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154680" y="2834640"/>
            <a:ext cx="109728" cy="1389888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5584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35584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families,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capabilities, kill-chain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989320" y="283464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989320" y="2834640"/>
            <a:ext cx="109728" cy="1389888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9048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19048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Links: indicates · uses · targets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STIX graph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+ Export Pipelines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023360" cy="3200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PIPELINE  (pull from platforms)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931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reader types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· CSV · STIX · Syslog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 · Email · Splunk · Elastic…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69164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7647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RecordMapper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7647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mapper types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FlatIOC · STIX · MISP · CEF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· NVD CVE · Feedly…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06324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6295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1363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1363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ORM objects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 · confidence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tag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00600" y="822960"/>
            <a:ext cx="4023360" cy="3200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PIPELINE  (push to destinations)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0060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737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ExportFilter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737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TypeFilter · ConfidenceFilter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TLPFilter · SectorFilter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IOCTypeFilter · LimitFilter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17220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2453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ExportTransform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453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EDLTransform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NetskopeCETransform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STIXBundle · CSV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54380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6295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6169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6169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FileDelivery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EDLServer (HTTP)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PlatformDelivery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MultiDelivery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20040" y="306324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example: ThreatQ → GNAT → Netskope CE (FQDN + URL + SHA256 every 15 min) → Tenant lists → Palo Alto EDLs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0040" y="3520440"/>
            <a:ext cx="8503920" cy="126187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8056" y="3611880"/>
            <a:ext cx="82478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(ExportPipeline("tq-to-netskope")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.read_from(workspace)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.filter_with(TypeFilter("indicator")).filter_with(ConfidenceFilter(70))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.transform_with(NetskopeCETransform(source_label="ThreatQ", ioc_types=["domain","url","sha256"]))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.deliver_to(PlatformDelivery(netskope_client))).run()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— One Scheduler, All Jobs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196596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196596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" y="1033272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FeedJob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93192" y="167335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job type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23160" y="868680"/>
            <a:ext cx="196596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868680"/>
            <a:ext cx="196596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96312" y="1033272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496312" y="167335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threading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26280" y="868680"/>
            <a:ext cx="196596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26280" y="868680"/>
            <a:ext cx="196596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99432" y="1033272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ExportJob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599432" y="167335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export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629400" y="868680"/>
            <a:ext cx="224028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868680"/>
            <a:ext cx="224028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033272"/>
            <a:ext cx="20939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ReportJob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702552" y="1673352"/>
            <a:ext cx="2093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reports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20040" y="221284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job type extends FeedJob and runs in the same FeedScheduler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0040" y="2633472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" y="2633472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" y="2688336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Drift-corrected timing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" y="290779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jobs stay hourly even when runs take 5 min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17720" y="2633472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2633472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82312" y="2688336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protection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82312" y="290779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or queue policy — never two runs of the same job simultaneously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040" y="3291840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" y="3291840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" y="3346704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ctx.last_success_iso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4632" y="3566160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ingestion: readers receive the last success timestamp automatically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17720" y="3291840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17720" y="3291840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82312" y="3346704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On-success / on-failure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782312" y="3566160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Callbacks for alerting, logging, and downstream triggers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0040" y="3950208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0040" y="3950208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4632" y="400507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APScheduler / Celery adapters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84632" y="4224528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jobs to external schedulers for teams with existing infrastructure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617720" y="3950208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17720" y="3950208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82312" y="400507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to_cron_lines()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782312" y="4224528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crontab entries for simple server deployments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— Claude-Powered Threat Research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2651760" cy="21488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2651760" cy="47548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ResearchAgent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Topic-driven: synthesise research on threat actors, CVEs, campaigns.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Feed-driven: monitor sources for new threat content.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Claude API with web_search tool.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868680"/>
            <a:ext cx="2651760" cy="21488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868680"/>
            <a:ext cx="2651760" cy="47548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440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ParsingAgent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6440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RecordMapper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6440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structured STIX from any unstructured text.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Flexible: IOCs + TTPs + actors + CVEs — whatever is present.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output capped at confidence ≤ 60, tagged x_source_type=ai_extracted.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989320" y="868680"/>
            <a:ext cx="2651760" cy="21488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989320" y="868680"/>
            <a:ext cx="2651760" cy="47548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9904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CopilotReader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9904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9904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Microsoft Copilot via DirectLine for M365 content.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SharePoint libraries, mailboxes, Teams channels.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exchange + auto-refresh. Output feeds directly into ParsingAgent.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3154680"/>
            <a:ext cx="8503920" cy="777240"/>
          </a:xfrm>
          <a:prstGeom prst="rect">
            <a:avLst/>
          </a:prstGeom>
          <a:solidFill>
            <a:srgbClr val="162952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2278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AI Trust Model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2920" y="344728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confidence_ceiling = 60 (configurable) prevents AI-extracted intel from reaching EDLs without analyst review. All AI objects tagged x_source_type='ai_extracted'. Export pipelines default to ConfidenceFilter(min=70), which excludes AI intel until promoted.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Query Interface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23317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NLPQueryEngine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8912" y="1298448"/>
            <a:ext cx="3913632" cy="7498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35331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BuiltinParser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1572768"/>
            <a:ext cx="3694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extraction — zero extra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dependencies. Regex + keyword rules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entities, IOC types, time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ranges, and platform filters.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38912" y="2167128"/>
            <a:ext cx="3913632" cy="7498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22199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ClaudeParser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2441448"/>
            <a:ext cx="3694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structured extraction.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same QuerySpec as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builtin backend. Configured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[nlp] backend = claude.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29768" y="3044952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via [nlp] section in gnat.ini · backend = builtin | claude · CLI: gnat nlq "..."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822960"/>
            <a:ext cx="4160520" cy="23317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822960"/>
            <a:ext cx="41605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QuerySpec (internal dataclass)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73168" y="1261872"/>
            <a:ext cx="3931920" cy="17830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01184" y="1353312"/>
            <a:ext cx="36758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QuerySpec: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entities:   list[str]        # APT-128, Cobalt Strike...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ioc_types:  list[str]        # ip, domain, hash...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since:      datetime | None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until:      datetime | None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platforms:  list[str]        # connectors to query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limit:      int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0040" y="3337560"/>
            <a:ext cx="850392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056" y="3429000"/>
            <a:ext cx="8247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client.natural_language_query(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"Get all IPs associated with Lazarus Group in the last 30 days"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 # → list[STIXBase] dispatched to all configured connectors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— Shared Team Knowledge Base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5029200" cy="77724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326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WORKSPACES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20700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Analyst-owned · Active investigation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828800"/>
            <a:ext cx="5029200" cy="7772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9280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 (_gnat_staging)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lib.promote(ws, topic, researcher, note='...')  —  anyone can write, nothing auto-promotes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0040" y="2788920"/>
            <a:ext cx="5029200" cy="7772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85292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 (_gnat_library)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12724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· Read-only to analysts · CurationJob every 4h · deduplication · TTL enforcement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834640" y="1655064"/>
            <a:ext cx="0" cy="164592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834640" y="2615184"/>
            <a:ext cx="0" cy="164592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5577840" y="8412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by Category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170432"/>
          <a:ext cx="3246120" cy="2011680"/>
        </p:xfrm>
        <a:graphic>
          <a:graphicData uri="http://schemas.openxmlformats.org/drawingml/2006/table">
            <a:tbl>
              <a:tblPr/>
              <a:tblGrid>
                <a:gridCol w="1005840"/>
                <a:gridCol w="868680"/>
                <a:gridCol w="1371600"/>
              </a:tblGrid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TTL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Rationale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hours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IOCs rotate quickly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vulnerability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hours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Exploitability changes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campaign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Evolves over weeks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threat_actor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Slow-changing TTPs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Conservative fallback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20040" y="3913632"/>
            <a:ext cx="8503920" cy="658368"/>
          </a:xfrm>
          <a:prstGeom prst="rect">
            <a:avLst/>
          </a:prstGeom>
          <a:solidFill>
            <a:srgbClr val="162952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checks lib.is_fresh("APT29") before running ResearchAgent. After review, promotes to staging with an analyst note. CurationJob deduplicates and promotes to library.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Report Generation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2651760" cy="246888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2651760" cy="41148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Intel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06:00 daily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2976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32588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2976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32588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analysts / shift handoff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2976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32588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HTML · Markdown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154680" y="868680"/>
            <a:ext cx="2651760" cy="246888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54680" y="868680"/>
            <a:ext cx="2651760" cy="41148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6440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26440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16052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6440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6052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6440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16052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leads / analysts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6440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16052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HTML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89320" y="868680"/>
            <a:ext cx="2651760" cy="246888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989320" y="868680"/>
            <a:ext cx="2651760" cy="41148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9904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Yearly Intel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9904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99516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/ manual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09904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99516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09904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99516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/ compliance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9904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99516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20040" y="3456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pipeline: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040" y="3794760"/>
            <a:ext cx="1874520" cy="7315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319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DataAggregator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AI)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468880" y="3794760"/>
            <a:ext cx="1874520" cy="7315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203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ReportSynthesizer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(one call/section)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617720" y="3794760"/>
            <a:ext cx="1874520" cy="7315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9087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Renderers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MD/HTML/PDF/DOCX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766560" y="3794760"/>
            <a:ext cx="1874520" cy="7315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3971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SharePoint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212848" y="4160520"/>
            <a:ext cx="237744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4361688" y="4160520"/>
            <a:ext cx="237744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6510528" y="4160520"/>
            <a:ext cx="237744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Targeting Intelligence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— canonical cross-platform sector field, normalized from all connectors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56032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25603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(default)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97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objects tagged with at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one listed sector.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Untagged objects also pass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(non-strict mode).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063240" y="1280160"/>
            <a:ext cx="256032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063240" y="1280160"/>
            <a:ext cx="25603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729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1729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all listed sectors to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present on the object.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Strict: only tagged objects.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806440" y="1280160"/>
            <a:ext cx="256032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06440" y="1280160"/>
            <a:ext cx="2560320" cy="34747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161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strict=True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161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untagged objects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entirely. Only explicitly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tagged objects are included.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3246120"/>
            <a:ext cx="8503920" cy="153619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056" y="3337560"/>
            <a:ext cx="82478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[sector_aliases]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healthcare = Healthcare, Health, Medical, H-ISAC, Hospitals and Health Centers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financial  = Financial Services, Finance, Banking, FS-ISAC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energy     = Energy, Electric, Oil and Gas, E-ISAC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SectorFilter expands aliases so 'health' matches 'Healthcare' from ThreatQ and 'Health' from RF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Sidecar — Solr Full-Text Search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STIX object indexed in Solr 9.x — search across all connectors simultaneously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32588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325880"/>
            <a:ext cx="27432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GNATIndexer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gnat/search/index.py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Add/update/delete Solr documents. Batch indexing with configurable batch_size. Field-mapped from STIX objects.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54680" y="132588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1325880"/>
            <a:ext cx="274320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4612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SearchMixin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4612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gnat/search/mixin.py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24612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 connector mixin. Auto-indexes on upsert_object() calls. Zero code change to existing connectors.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35040" y="132588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1325880"/>
            <a:ext cx="2743200" cy="7315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Integration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2648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gnat/search/orm_with_mixin.py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2648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SearchMixin-enhanced STIX objects. Transparent to existing ORM code.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310896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108960"/>
            <a:ext cx="274320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Patch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gnat/search/pipeline_patch.py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6576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Patches IngestPipeline to route records through Solr indexer post-map.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154680" y="310896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154680" y="3108960"/>
            <a:ext cx="2743200" cy="7315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4612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Patch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4612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gnat/search/library_patch.py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24612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ResearchLibrary search-backed lookups. Cross-source correlation at query time.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035040" y="310896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035040" y="3108960"/>
            <a:ext cx="27432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Schema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2648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solr_schema_gnat.xml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12648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9.x schema for GNAT fields: type, value, confidence, x_target_sectors, tlp, source, timestamp.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70001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via [search] in gnat.ini  ·  solr_url = http://localhost:8983/solr/gnat  ·  enabled = true  ·  Grafana dashboards via gnat viz serve --with-solr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Server &amp; STIX Pattern Validator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Server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GNAT workspace is exposed as a TAXII 2.1 collection. Full protocol compliance.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691640"/>
            <a:ext cx="3941064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  —  Discovery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/taxii2/roots/gnat/collections/  —  List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/taxii2/.../objects/  —  Paginated bundle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/taxii2/.../objects/  —  Ingest bundle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/taxii2/.../manifest/  —  Object manifest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/taxii2/.../objects/{oid}/versions/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29768" y="3401568"/>
            <a:ext cx="3941064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7784" y="3493008"/>
            <a:ext cx="368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taxii --port 8090 --api-key s3cr3t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taxii --title "Acme TAXII" --port 9000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29768" y="390448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gnat[serve]  ·  44 unit tests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Pattern Validator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Two-tier validator. Tier 1: pure-Python recursive descent (zero deps). Tier 2: stix2-patterns ANTLR grammar.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73168" y="1773936"/>
            <a:ext cx="3941064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01184" y="1865376"/>
            <a:ext cx="3685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gnat.stix import validate_pattern, PatternValidationError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validate_pattern("[ipv4-addr:value = '1.2.3.4']")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result.valid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ORM opt-in validation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Indicator(pattern="[domain-name:value = 'evil.com']", validate=True)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73168" y="31638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73168" y="3364992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01184" y="3456432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validate pattern "[ipv4-addr:value = '1.2.3.4']"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validate bundle indicators.json --strict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773168" y="408736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gnat[stix-validate] for tier 2  ·  87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Capability Reflection &amp; Health Monitoring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Reflection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Introspect any connector's methods at runtime. Safe guarded dispatch prevents unintended writes.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764792"/>
            <a:ext cx="3941064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7784" y="1856232"/>
            <a:ext cx="3685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caps = client.capabilities()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[{name, signature, doc, type: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'auth|read|write|helper',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platform_specific: bool}, ...]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Guarded dispatch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client.call("list_objects", stix_type="indicator")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client.call("upsert", obj, allow_write=True)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29768" y="3154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3364992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7784" y="3456432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client capabilities --platform threatq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client call --platform splunk --method list_objects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29768" y="408736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unit tests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Health + Drift Monitor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73168" y="1298448"/>
            <a:ext cx="3941064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ConnectorHealthJob — FeedJob subclass, periodic health checks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health_check() on all configured connectors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SchemaSnapshot: samples list_objects(limit=1) and stores field fingerprint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DriftReport: alerts when changed fields exceed drift_threshold (default 20%)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webhook or email alerts on drift detection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 health check  /  gnat health baseline  CLI subcommands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73168" y="3611880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01184" y="3703320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[health_monitor]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enabled          = true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interval_minutes = 60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alert_webhook    = https://hooks.slack.com/...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drift_threshold  = 0.2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773168" y="433425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UI &amp; Web Dashboard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UI (Textual)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over SSH — no browser, no display server required. Modern TUI built on Textual.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773936"/>
            <a:ext cx="3913632" cy="5120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8288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 Query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691640" y="182880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search bar + scrollable STIX results table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29768" y="2377440"/>
            <a:ext cx="3913632" cy="5120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432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  Library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691640" y="243230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browser · promote (Ctrl+P) / reject (Ctrl+X)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29768" y="2980944"/>
            <a:ext cx="3913632" cy="5120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03580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  Scheduler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91640" y="303580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job status · manual trigger with Ctrl+T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29768" y="3584448"/>
            <a:ext cx="3913632" cy="5120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63931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  Reports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691640" y="363931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PDF/HTML/DOCX browser · open in browser (Ctrl+O)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29768" y="4224528"/>
            <a:ext cx="3941064" cy="4114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7784" y="4315968"/>
            <a:ext cx="3685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tui           # launch dashboard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tui query     # start on query screen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29768" y="468172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"gnat[tui]"  ·  38 unit tests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Dashboard (FastAPI)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Browser-based dashboard for server deployments. X-Api-Key auth, rate-limited 100 req/min.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73168" y="1773936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GET/POST /api/library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73168" y="1975104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search, promote, reject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773168" y="2304288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/api/reports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773168" y="2505456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reports; serve HTML inline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773168" y="2834640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GET/POST /api/scheduler/jobs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773168" y="3035808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status + manual trigger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773168" y="3364992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/health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773168" y="3566160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Unauthenticated liveness check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773168" y="3895344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773168" y="4096512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Single-page dashboard (dark, no build step)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773168" y="4434840"/>
            <a:ext cx="3941064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01184" y="4526280"/>
            <a:ext cx="3685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serve --port 8088 --api-key $(openssl rand -hex 16)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773168" y="4809744"/>
            <a:ext cx="3941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"gnat[serve]"  ·  Bind 127.0.0.1 by default  ·  54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Content Pack Generator &amp; Contribution Pipeline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Content Pack Generator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Introspects any registered connector via capabilities() and generates a valid XSOAR 6 content pack zip.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773936"/>
            <a:ext cx="3941064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pack_metadata.json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Integrations/&lt;Name&gt;/&lt;Name&gt;.yml  —  XSOAR command defs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Integrations/&lt;Name&gt;/&lt;Name&gt;.py  —  Python bridge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ReleaseNotes/&lt;ver&gt;.md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methods flagged dangerous: true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type auto-detected from constructor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29768" y="3794760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7784" y="3886200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xsoar --connector threatq --output ./packs/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openapi --spec api.yaml --target myplatform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29768" y="451713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unit tests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Contribution Pipeline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a connector as a draft GitHub PR through a 7-step compliance gate.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73168" y="1773936"/>
            <a:ext cx="3941064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Enabled guard (opt-in only)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Connector exists in CLIENT_REGISTRY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ComplianceMatrix: all 8 methods + test file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Full test suite — aborts on failure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Branch: contribute/{platform}-{timestamp}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Commit + push to fork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Draft PR via GitHub REST API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73168" y="3858768"/>
            <a:ext cx="3941064" cy="548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01184" y="3950208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contribute --connector myplatform --message "Add..."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contribute --connector myplatform --dry-run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773168" y="4471416"/>
            <a:ext cx="3941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draft_pr = true is hardcoded — always requires human review  ·  47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&amp; Containerization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5349240" cy="4005072"/>
          </a:xfrm>
          <a:prstGeom prst="rect">
            <a:avLst/>
          </a:prstGeom>
          <a:solidFill>
            <a:srgbClr val="162952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534924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4124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docker-compose.yml  —  Production Stack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61872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61872"/>
            <a:ext cx="73152" cy="56692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316736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gnat-scheduler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40080" y="153619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FeedScheduler: ingest, export, AI research,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curation, and report jobs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20240"/>
            <a:ext cx="7315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1975104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gnat-edl  :8080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40080" y="2194560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server: serves indicator files to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firewalls. Survives scheduler restart.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57200" y="2578608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1629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578608"/>
            <a:ext cx="73152" cy="56692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633472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gnat-monitor  :8090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40080" y="2852928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endpoint: GET /status → JSON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/ Grafana ping check.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236976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236976"/>
            <a:ext cx="73152" cy="56692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291840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solr (profile: search)  :8983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40080" y="351129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search index for GNAT sidecar.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57200" y="3895344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895344"/>
            <a:ext cx="7315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3950208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grafana (profile: monitoring)  :3000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40080" y="416966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dashboards for Solr + GNAT data.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57200" y="457200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volume: gnat-workspace  ·  .env.example → .env  ·  make docker-build / docker-up / docker-logs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806440" y="804672"/>
            <a:ext cx="3017520" cy="18745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806440" y="804672"/>
            <a:ext cx="30175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16168" y="84124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DevContainer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916168" y="1225296"/>
            <a:ext cx="279806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.devcontainer/devcontainer.json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toolchain + Docker-in-Docker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extension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Codespaces ready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806440" y="2816352"/>
            <a:ext cx="3017520" cy="1993392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806440" y="2816352"/>
            <a:ext cx="30175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16168" y="285292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 Harness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916168" y="3236976"/>
            <a:ext cx="279806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 8.13.4 + Solr 9.6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Non-conflicting ports (19200, 18983)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@pytest.mark.docker marker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TAXII + 14 Elastic + 14 Solr tests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test-docker  (up → run → down)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Workspace Isolation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namespace prefixing — no schema migration — works with SQLite and FlatFile stores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5486400" cy="2331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8056" y="1325880"/>
            <a:ext cx="523036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gnat.context import WorkspaceManager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manager = WorkspaceManager.default()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acme = manager.for_tenant("acme")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   = acme.create("apt28-investigation")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stored as: "acme::apt28-investigation"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beta = manager.for_tenant("beta")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ws2  = beta.create("apt28-investigation")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stored as: "beta::apt28-investigation"  (no collision)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989320" y="1234440"/>
            <a:ext cx="2834640" cy="23317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89320" y="1234440"/>
            <a:ext cx="283464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9048" y="1271016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TenantRegistry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48" y="1664208"/>
            <a:ext cx="261518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workspaces → "default" tenant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config_path in INI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list() scoped to tenant namespace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WorkspaceManager.for_tenant(id)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unit tests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" y="36576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" y="3886200"/>
            <a:ext cx="8503920" cy="84124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056" y="3977640"/>
            <a:ext cx="82478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list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create acme --display-name "Acme Corp" --config /etc/gnat/acme.ini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workspaces acme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delete acme --yes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Deployment: Single Azure VM, Three Services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5577840" cy="4005072"/>
          </a:xfrm>
          <a:prstGeom prst="rect">
            <a:avLst/>
          </a:prstGeom>
          <a:solidFill>
            <a:srgbClr val="162952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5577840" cy="347472"/>
          </a:xfrm>
          <a:prstGeom prst="rect">
            <a:avLst/>
          </a:prstGeom>
          <a:solidFill>
            <a:srgbClr val="162952"/>
          </a:solidFill>
          <a:ln w="12700">
            <a:solidFill>
              <a:srgbClr val="1E4D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04672"/>
            <a:ext cx="557784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84124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VM B2s  (2 vCPU · 4 GB · ~$50/month)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521208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280160"/>
            <a:ext cx="91440" cy="82296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135331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gnat-scheduler.service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8368" y="162763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FeedScheduler: ingest, export, AI research,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curation, and report jobs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521208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4D8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286000"/>
            <a:ext cx="91440" cy="82296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35915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gnat-edl.service  :8080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8368" y="263347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EDLServer: serves indicator files to firewalls.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— survives scheduler restart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521208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1629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291840"/>
            <a:ext cx="91440" cy="82296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336499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gnat-health.service  :8090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8368" y="363931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endpoint: GET /status → JSON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/ Grafana ping check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" y="437083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Storage: ~/.gnat/config.ini  ·  workspaces/  ·  /var/reports/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35040" y="804672"/>
            <a:ext cx="2788920" cy="4005072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035040" y="804672"/>
            <a:ext cx="27889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72200" y="8412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Scale-out path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172200" y="129844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 feeds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172200" y="153619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jobs → Azure Container Instances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172200" y="1956816"/>
            <a:ext cx="2514600" cy="0"/>
          </a:xfrm>
          <a:prstGeom prst="line">
            <a:avLst/>
          </a:prstGeom>
          <a:noFill/>
          <a:ln w="6350">
            <a:solidFill>
              <a:srgbClr val="1E4D8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72200" y="210312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SLA &lt; 5 min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172200" y="2340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server → dedicated B1s VM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172200" y="2761488"/>
            <a:ext cx="2514600" cy="0"/>
          </a:xfrm>
          <a:prstGeom prst="line">
            <a:avLst/>
          </a:prstGeom>
          <a:noFill/>
          <a:ln w="6350">
            <a:solidFill>
              <a:srgbClr val="1E4D8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72200" y="2907792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analysts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314553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FlatFileStore → PostgreSQL (1 config change)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172200" y="3566160"/>
            <a:ext cx="2514600" cy="0"/>
          </a:xfrm>
          <a:prstGeom prst="line">
            <a:avLst/>
          </a:prstGeom>
          <a:noFill/>
          <a:ln w="6350">
            <a:solidFill>
              <a:srgbClr val="1E4D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72200" y="3712464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72200" y="395020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workspace namespace per tenant, shared codebase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Abstraction Advantage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from ThreatQ to a new TIP? Change one config line. The pipeline, scheduler, reports, and export jobs all work unchanged. Your automation is not locked to any platform.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54680" y="82296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54680" y="82296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Simplicity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6440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changes affect one connector file, not every script. Tests cover all connectors uniformly. One library version number covers the entire integration stack.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989320" y="82296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9320" y="82296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904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Consistency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904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platform exposes get_object(), list_objects(), upsert_object(), to_stix(), from_stix(). Analysts learn one mental model once and it works across 95 platforms.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83464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83464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976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Coherence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976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scheduler, one health endpoint, one log stream. No more asking which of 15 scripts ran overnight and whether it worked. FeedScheduler.summary() answers all of that.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154680" y="283464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54680" y="283464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6440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Adoption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6440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is independently useful. Start with connectors only. Add ingest. Add export. Add AI. Add reports. The stack is additive — you never have to replace working parts.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989320" y="283464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89320" y="283464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9904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Coverage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9904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1,500+ unit tests across 25+ test files. Every connector, every pipeline stage, every renderer, every scheduler behaviour. Confidence in changes without regression fear.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Safety, CI &amp; Developer Security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92608" y="822960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822960"/>
            <a:ext cx="2724912" cy="402336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" y="89611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2336" y="1316736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pylint workflow on every push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3.8 / 3.9 / 3.10 matrix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build on any lint error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on README signals status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72968" y="822960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72968" y="822960"/>
            <a:ext cx="2724912" cy="402336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82696" y="89611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82696" y="1316736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code review on pull requests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suggestions during authoring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detection across codebase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AI code still gates through CI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53328" y="822960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53328" y="822960"/>
            <a:ext cx="2724912" cy="402336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63056" y="89611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+ mypy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63056" y="1316736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Ruff: E, F, W, I, UP, B, C4, SIM rules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length 100, Python 3.9 target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mypy: warn_return_any, strict configs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check = lint + typecheck gate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92608" y="2852928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92608" y="2852928"/>
            <a:ext cx="2724912" cy="40233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2926080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+ Coverage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2336" y="3346704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1,500+ unit tests across 25+ files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minimum coverage enforced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fail_under = 70 in pyproject.toml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integration harness (ES + Solr)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172968" y="2852928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72968" y="2852928"/>
            <a:ext cx="2724912" cy="402336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82696" y="2926080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Dependabot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82696" y="3346704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dependency update PRs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 per dependency for audit trail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Pinned versions reviewed before merge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Python + GitHub Actions deps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053328" y="2852928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53328" y="2852928"/>
            <a:ext cx="2724912" cy="402336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63056" y="2926080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Snyk + Secret Scanning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163056" y="3346704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Snyk: dependency vulnerability scanning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security analysis in pipeline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secret scanning: blocks known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before they reach history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2608" y="4846320"/>
            <a:ext cx="8577072" cy="182880"/>
          </a:xfrm>
          <a:prstGeom prst="rect">
            <a:avLst/>
          </a:prstGeom>
          <a:solidFill>
            <a:srgbClr val="162952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2336" y="4864608"/>
            <a:ext cx="8357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ceiling — draft PRs only — localhost binding by default — call() write guard — no credentials in source — HMAC constant-time key validation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Numbers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91440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09728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612648" y="192024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91440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914400"/>
            <a:ext cx="2468880" cy="914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55848" y="109728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1,500+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3355848" y="192024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9320" y="91440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9320" y="91440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9048" y="109728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150+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6099048" y="192024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283464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2834640"/>
            <a:ext cx="2468880" cy="914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" y="301752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~$50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612648" y="3840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Azure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Cost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46120" y="283464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46120" y="2834640"/>
            <a:ext cx="246888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55848" y="301752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3355848" y="3840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Ceiling (default)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89320" y="283464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89320" y="283464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99048" y="301752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hrs</a:t>
            </a:r>
            <a:endParaRPr lang="en-US" sz="4200" dirty="0"/>
          </a:p>
        </p:txBody>
      </p:sp>
      <p:sp>
        <p:nvSpPr>
          <p:cNvPr id="28" name="Text 26"/>
          <p:cNvSpPr/>
          <p:nvPr/>
        </p:nvSpPr>
        <p:spPr>
          <a:xfrm>
            <a:off x="6099048" y="3840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 Job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Sequence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1-2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319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+ configure config.ini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connectivity: gnat ping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ingest dry-run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783080" y="822960"/>
            <a:ext cx="1325880" cy="5029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82880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3-5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78308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5623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5623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connector configs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ingest jobs (TQ, RF, CS)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running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24612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9184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29184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6-8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24612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1927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1927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 CE ExportJob (15 min)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files hourly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TQ → CE → firewall EDLs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709160" y="822960"/>
            <a:ext cx="1325880" cy="5029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75488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9-10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70916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8231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8231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[claude] in config.ini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ResearchAgent query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CurationJob to scheduler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17220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21792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11-14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17220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4535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24535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 — review PDF/HTML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email delivery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ReportJob at 06:00 daily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635240" y="822960"/>
            <a:ext cx="1325880" cy="50292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8096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68096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763524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0839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70839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config templates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EXAMPLES.md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review process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Roadmap Items — Complete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Every pending item and roadmap addition has shipped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6187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" y="12893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67512" y="12984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normalized across all connectors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20040" y="153619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3192" y="15636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67512" y="15727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DOCX renderer — pure Python (python-docx)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0040" y="181051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3192" y="18379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67512" y="18470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WorkspaceManager.default() method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20040" y="208483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3192" y="211226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67512" y="21214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DirectLine token refresh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20040" y="235915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3192" y="238658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7512" y="23957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 gnat report run / gnat report list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20040" y="263347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3192" y="26609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67512" y="26700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SectorFilter in gnat.export.filters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20040" y="290779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3192" y="29352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7512" y="29443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 versions 0.6.0 – 1.1.0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0040" y="318211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3192" y="32095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512" y="32186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body: rendered HTML content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20040" y="345643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93192" y="348386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67512" y="34930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Query Interface (builtin + Claude)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0040" y="373075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93192" y="375818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67512" y="37673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Capability Reflection + safe dispatch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320040" y="400507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93192" y="40325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67512" y="40416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Batch 2 — 11 new platforms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20040" y="427939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3192" y="43068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67512" y="43159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Content Pack Generator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320040" y="455371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3192" y="45811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67512" y="45902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containerization (3-service stack)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727448" y="126187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00600" y="12893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074920" y="12984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UI (Textual, SSH-safe, 4 screens)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727448" y="153619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00600" y="15636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074920" y="15727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Dashboard (FastAPI, X-Api-Key, rate-limited)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727448" y="181051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18379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074920" y="18470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Health + Drift Monitoring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727448" y="208483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00600" y="211226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074920" y="21214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Contribution Pipeline (7-step gate)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727448" y="235915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800600" y="238658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5074920" y="23957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Server (full protocol)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4727448" y="263347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00600" y="26609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074920" y="26700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Pattern Validator (two-tier)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4727448" y="290779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800600" y="29352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5074920" y="29443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Workspace Isolation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727448" y="318211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800600" y="32095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5074920" y="32186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Integration Test Harness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4727448" y="345643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800600" y="348386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5074920" y="34930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Solr/Grafana Observability Integration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4727448" y="373075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800600" y="375818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5074920" y="37673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additional platform connectors (v1.1)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727448" y="400507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800600" y="40325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5074920" y="40416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connectors total in CLIENT_REGISTRY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4727448" y="427939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800600" y="43068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5074920" y="43159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validator ORM integration (validate=True)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4727448" y="455371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800600" y="45811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5074920" y="45902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ComplianceMatrix programmatic connector audit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320040" y="4837176"/>
            <a:ext cx="8503920" cy="20116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29768" y="4855464"/>
            <a:ext cx="8375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EXAMPLES.md  ·  IMPLEMENTATION_PLAN.md  ·  ARCHITECTURE_DECISIONS.md  ·  CHANGELOG.md  ·  PENDING_ITEMS.md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library. Every platform. Total control.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487168"/>
            <a:ext cx="8229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connectors · STIX 2.1 ORM · Ingest + Export pipelines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(Claude + Copilot) · NLP queries · Research library · Report generation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· STIX validator · TUI + Web dashboard · Docker · Multi-tenant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1,500+ tests · ~$50/month Azure · Incremental adoption · Contribution pipeline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3886200"/>
            <a:ext cx="7772400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1.1  |  Python 3.9+  |  Apache 2.0  |  EXAMPLES.md · IMPLEMENTATION_PLAN.md · README.md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GNAT: GNAT's Not Another TIP</dc:title>
  <dc:subject>PptxGenJS Presentation</dc:subject>
  <dc:creator>wrhalpin@gmail.com</dc:creator>
  <cp:lastModifiedBy>wrhalpin@gmail.com</cp:lastModifiedBy>
  <cp:revision>1</cp:revision>
  <dcterms:created xsi:type="dcterms:W3CDTF">2026-03-31T13:06:37Z</dcterms:created>
  <dcterms:modified xsi:type="dcterms:W3CDTF">2026-03-31T13:06:37Z</dcterms:modified>
</cp:coreProperties>
</file>