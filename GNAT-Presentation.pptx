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1168" y="4480560"/>
            <a:ext cx="8942832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GNAT's Not Another TIP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606040"/>
            <a:ext cx="1508760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Connectors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48840" y="2606040"/>
            <a:ext cx="1508760" cy="32918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0370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840480" y="2606040"/>
            <a:ext cx="1508760" cy="329184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9534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532120" y="2606040"/>
            <a:ext cx="1508760" cy="32918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8698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223760" y="2606040"/>
            <a:ext cx="1508760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7862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Multi-Format Reports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threat intelligence library — abstract, normalise, automate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1.0  |  Python 3.10+  |  STIX 2.1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Fragmented Threat Intelligence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9144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platform is an island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0040" y="1463040"/>
            <a:ext cx="397764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46304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5727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Different APIs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188366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platform has its own auth scheme, data model, and SDK. ThreatQ OAuth2 ≠ CrowdStrike OAuth2 ≠ VirusTotal API key.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" y="3017520"/>
            <a:ext cx="397764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301752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312724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Data Model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343814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indicator in ThreatQ looks nothing like one in CrowdStrike or Splunk. Correlation requires manual mapping.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17720" y="1463040"/>
            <a:ext cx="397764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17720" y="146304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0600" y="15727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Code Per Integration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00600" y="188366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source or destination means new scripts with no shared error handling, retry logic, or scheduling.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17720" y="3017520"/>
            <a:ext cx="397764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17720" y="301752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312724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Fragile Automation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43814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Ad-hoc scripts break when APIs change. No tests, no versioning, no consistent patterns.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Solution: One Library, Every Platform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3749040" cy="347472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868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GNAT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ThreatQ SDK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CrowdStrike API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 API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VirusTotal API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Netskope CE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own auth, errors, retries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own data model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testing or scheduling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60520" y="2926080"/>
            <a:ext cx="822960" cy="0"/>
          </a:xfrm>
          <a:prstGeom prst="line">
            <a:avLst/>
          </a:prstGeom>
          <a:noFill/>
          <a:ln w="317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114800" y="30632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074920" y="868680"/>
            <a:ext cx="374904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868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GNAT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212080" y="132588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SAKConfig  →  one config.ini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SAKClient  →  one interface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everywhere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IngestPipeline  →  pull any source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ExportPipeline  →  push to EDLs/CE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  →  all jobs, one place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ReportGenerator  →  PDF/HTML/DOCX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ResearchLibrary  →  shared knowledge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The Middle Layer Model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8503920" cy="52120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82296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/ AUTOMATION LAYER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033272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Workstations · SOAR · Scheduled jobs · CLI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434840" y="1298448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20040" y="1389888"/>
            <a:ext cx="8503920" cy="52120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43560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 CORE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6459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· Export · Agents · Research Library · Reports · Visualization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434840" y="1911096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20040" y="2002536"/>
            <a:ext cx="8503920" cy="52120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04825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ORM + WORKSPACE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225856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 · ThreatActor · Vulnerability · AttackPattern · Relationship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434840" y="2523744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20040" y="2615184"/>
            <a:ext cx="8503920" cy="52120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66090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LAYER (26 platforms)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2871216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ThreatQ · CrowdStrike · Splunk · Elastic · Wazuh · QRadar · Sentinel · Zeek · Suricata · Snort · MISP · OTX · Graylog · …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434840" y="3136392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20040" y="3227832"/>
            <a:ext cx="8503920" cy="521208"/>
          </a:xfrm>
          <a:prstGeom prst="rect">
            <a:avLst/>
          </a:prstGeom>
          <a:solidFill>
            <a:srgbClr val="6B72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2735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PLATFORMS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34838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APIs, feeds, SIEMs, EDRs, vulnerability scanners, threat intel platforms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20040" y="388620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urllib3 / httpx transport — zero cloud dependencies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Platform Connectors — One Interface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82880" y="777240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777240"/>
            <a:ext cx="1399032" cy="548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868680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ThreatQ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19456" y="114300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 · Full CRUD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618488" y="777240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618488" y="777240"/>
            <a:ext cx="1399032" cy="548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64208" y="868680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CrowdStrike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55064" y="114300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 · Full CRUD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3054096" y="777240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054096" y="777240"/>
            <a:ext cx="1399032" cy="548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99816" y="868680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090672" y="114300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· Search/KVStore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4489704" y="777240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489704" y="777240"/>
            <a:ext cx="1399032" cy="5486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5424" y="868680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Future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26280" y="114300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· Alert API v3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5925312" y="777240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925312" y="777240"/>
            <a:ext cx="1399032" cy="5486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71032" y="868680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Netskope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961888" y="114300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· CE API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7360920" y="777240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360920" y="777240"/>
            <a:ext cx="1399032" cy="5486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06640" y="868680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Proofpoint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397496" y="114300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auth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182880" y="1581912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82880" y="1581912"/>
            <a:ext cx="1399032" cy="548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600" y="1673352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XSOAR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19456" y="194767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· Incidents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1618488" y="1581912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1618488" y="1581912"/>
            <a:ext cx="1399032" cy="5486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664208" y="1673352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RiskRecon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655064" y="194767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 · Findings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054096" y="1581912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3054096" y="1581912"/>
            <a:ext cx="1399032" cy="5486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99816" y="1673352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Whistic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090672" y="194767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· Vendor risk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89704" y="1581912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489704" y="1581912"/>
            <a:ext cx="1399032" cy="548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35424" y="1673352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Feedly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526280" y="194767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Bearer · IOC/TTP feeds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5925312" y="1581912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5925312" y="1581912"/>
            <a:ext cx="1399032" cy="548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71032" y="1673352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GreyMatter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961888" y="194767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 · Full CRUD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360920" y="1581912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7360920" y="1581912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06640" y="1673352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VirusTotal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397496" y="194767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· File/IP/URL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182880" y="2386584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182880" y="2386584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28600" y="2478024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ShadowServer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219456" y="2752344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· Scan/ASN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1618488" y="2386584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1618488" y="2386584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664208" y="2478024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Rapid7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1655064" y="2752344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· Vuln/Asset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3054096" y="2386584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3054096" y="2386584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099816" y="2478024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Nucleus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3090672" y="2752344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· Asset/Vuln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4489704" y="2386584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4489704" y="2386584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535424" y="2478024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ControlUp DEX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4526280" y="2752344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Bearer · Endpoint UX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5925312" y="2386584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70" name="Shape 68"/>
          <p:cNvSpPr/>
          <p:nvPr/>
        </p:nvSpPr>
        <p:spPr>
          <a:xfrm>
            <a:off x="5925312" y="2386584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971032" y="2478024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AlienVault OTX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5961888" y="2752344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· IOC/Pulses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7360920" y="2386584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74" name="Shape 72"/>
          <p:cNvSpPr/>
          <p:nvPr/>
        </p:nvSpPr>
        <p:spPr>
          <a:xfrm>
            <a:off x="7360920" y="2386584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406640" y="2478024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SIEM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7397496" y="2752344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key/Basic · ECS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182880" y="3191256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182880" y="3191256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228600" y="3282696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Graylog</a:t>
            </a:r>
            <a:endParaRPr lang="en-US" sz="900" dirty="0"/>
          </a:p>
        </p:txBody>
      </p:sp>
      <p:sp>
        <p:nvSpPr>
          <p:cNvPr id="80" name="Text 78"/>
          <p:cNvSpPr/>
          <p:nvPr/>
        </p:nvSpPr>
        <p:spPr>
          <a:xfrm>
            <a:off x="219456" y="3557016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· Log alerts</a:t>
            </a:r>
            <a:endParaRPr lang="en-US" sz="750" dirty="0"/>
          </a:p>
        </p:txBody>
      </p:sp>
      <p:sp>
        <p:nvSpPr>
          <p:cNvPr id="81" name="Shape 79"/>
          <p:cNvSpPr/>
          <p:nvPr/>
        </p:nvSpPr>
        <p:spPr>
          <a:xfrm>
            <a:off x="1618488" y="3191256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82" name="Shape 80"/>
          <p:cNvSpPr/>
          <p:nvPr/>
        </p:nvSpPr>
        <p:spPr>
          <a:xfrm>
            <a:off x="1618488" y="3191256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664208" y="3282696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MISP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1655064" y="3557016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· Full CRUD</a:t>
            </a:r>
            <a:endParaRPr lang="en-US" sz="750" dirty="0"/>
          </a:p>
        </p:txBody>
      </p:sp>
      <p:sp>
        <p:nvSpPr>
          <p:cNvPr id="85" name="Shape 83"/>
          <p:cNvSpPr/>
          <p:nvPr/>
        </p:nvSpPr>
        <p:spPr>
          <a:xfrm>
            <a:off x="3054096" y="3191256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86" name="Shape 84"/>
          <p:cNvSpPr/>
          <p:nvPr/>
        </p:nvSpPr>
        <p:spPr>
          <a:xfrm>
            <a:off x="3054096" y="3191256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099816" y="3282696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OpenCTI</a:t>
            </a:r>
            <a:endParaRPr lang="en-US" sz="900" dirty="0"/>
          </a:p>
        </p:txBody>
      </p:sp>
      <p:sp>
        <p:nvSpPr>
          <p:cNvPr id="88" name="Text 86"/>
          <p:cNvSpPr/>
          <p:nvPr/>
        </p:nvSpPr>
        <p:spPr>
          <a:xfrm>
            <a:off x="3090672" y="3557016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· GraphQL</a:t>
            </a:r>
            <a:endParaRPr lang="en-US" sz="750" dirty="0"/>
          </a:p>
        </p:txBody>
      </p:sp>
      <p:sp>
        <p:nvSpPr>
          <p:cNvPr id="89" name="Shape 87"/>
          <p:cNvSpPr/>
          <p:nvPr/>
        </p:nvSpPr>
        <p:spPr>
          <a:xfrm>
            <a:off x="4489704" y="3191256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90" name="Shape 88"/>
          <p:cNvSpPr/>
          <p:nvPr/>
        </p:nvSpPr>
        <p:spPr>
          <a:xfrm>
            <a:off x="4489704" y="3191256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535424" y="3282696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OSSIM</a:t>
            </a:r>
            <a:endParaRPr lang="en-US" sz="900" dirty="0"/>
          </a:p>
        </p:txBody>
      </p:sp>
      <p:sp>
        <p:nvSpPr>
          <p:cNvPr id="92" name="Text 90"/>
          <p:cNvSpPr/>
          <p:nvPr/>
        </p:nvSpPr>
        <p:spPr>
          <a:xfrm>
            <a:off x="4526280" y="3557016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auth · Events</a:t>
            </a:r>
            <a:endParaRPr lang="en-US" sz="750" dirty="0"/>
          </a:p>
        </p:txBody>
      </p:sp>
      <p:sp>
        <p:nvSpPr>
          <p:cNvPr id="93" name="Shape 91"/>
          <p:cNvSpPr/>
          <p:nvPr/>
        </p:nvSpPr>
        <p:spPr>
          <a:xfrm>
            <a:off x="5925312" y="3191256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94" name="Shape 92"/>
          <p:cNvSpPr/>
          <p:nvPr/>
        </p:nvSpPr>
        <p:spPr>
          <a:xfrm>
            <a:off x="5925312" y="3191256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5971032" y="3282696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QRadar</a:t>
            </a:r>
            <a:endParaRPr lang="en-US" sz="900" dirty="0"/>
          </a:p>
        </p:txBody>
      </p:sp>
      <p:sp>
        <p:nvSpPr>
          <p:cNvPr id="96" name="Text 94"/>
          <p:cNvSpPr/>
          <p:nvPr/>
        </p:nvSpPr>
        <p:spPr>
          <a:xfrm>
            <a:off x="5961888" y="3557016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token · Offenses</a:t>
            </a:r>
            <a:endParaRPr lang="en-US" sz="750" dirty="0"/>
          </a:p>
        </p:txBody>
      </p:sp>
      <p:sp>
        <p:nvSpPr>
          <p:cNvPr id="97" name="Shape 95"/>
          <p:cNvSpPr/>
          <p:nvPr/>
        </p:nvSpPr>
        <p:spPr>
          <a:xfrm>
            <a:off x="7360920" y="3191256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98" name="Shape 96"/>
          <p:cNvSpPr/>
          <p:nvPr/>
        </p:nvSpPr>
        <p:spPr>
          <a:xfrm>
            <a:off x="7360920" y="3191256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406640" y="3282696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Onion</a:t>
            </a:r>
            <a:endParaRPr lang="en-US" sz="900" dirty="0"/>
          </a:p>
        </p:txBody>
      </p:sp>
      <p:sp>
        <p:nvSpPr>
          <p:cNvPr id="100" name="Text 98"/>
          <p:cNvSpPr/>
          <p:nvPr/>
        </p:nvSpPr>
        <p:spPr>
          <a:xfrm>
            <a:off x="7397496" y="3557016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· Alerts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182880" y="3995928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02" name="Shape 100"/>
          <p:cNvSpPr/>
          <p:nvPr/>
        </p:nvSpPr>
        <p:spPr>
          <a:xfrm>
            <a:off x="182880" y="3995928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228600" y="4087368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Sentinel</a:t>
            </a:r>
            <a:endParaRPr lang="en-US" sz="900" dirty="0"/>
          </a:p>
        </p:txBody>
      </p:sp>
      <p:sp>
        <p:nvSpPr>
          <p:cNvPr id="104" name="Text 102"/>
          <p:cNvSpPr/>
          <p:nvPr/>
        </p:nvSpPr>
        <p:spPr>
          <a:xfrm>
            <a:off x="219456" y="436168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OAuth2/AAD · Incidents</a:t>
            </a:r>
            <a:endParaRPr lang="en-US" sz="750" dirty="0"/>
          </a:p>
        </p:txBody>
      </p:sp>
      <p:sp>
        <p:nvSpPr>
          <p:cNvPr id="105" name="Shape 103"/>
          <p:cNvSpPr/>
          <p:nvPr/>
        </p:nvSpPr>
        <p:spPr>
          <a:xfrm>
            <a:off x="1618488" y="3995928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06" name="Shape 104"/>
          <p:cNvSpPr/>
          <p:nvPr/>
        </p:nvSpPr>
        <p:spPr>
          <a:xfrm>
            <a:off x="1618488" y="3995928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1664208" y="4087368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Snort IDS</a:t>
            </a:r>
            <a:endParaRPr lang="en-US" sz="900" dirty="0"/>
          </a:p>
        </p:txBody>
      </p:sp>
      <p:sp>
        <p:nvSpPr>
          <p:cNvPr id="108" name="Text 106"/>
          <p:cNvSpPr/>
          <p:nvPr/>
        </p:nvSpPr>
        <p:spPr>
          <a:xfrm>
            <a:off x="1655064" y="436168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File/Syslog · Rules</a:t>
            </a:r>
            <a:endParaRPr lang="en-US" sz="750" dirty="0"/>
          </a:p>
        </p:txBody>
      </p:sp>
      <p:sp>
        <p:nvSpPr>
          <p:cNvPr id="109" name="Shape 107"/>
          <p:cNvSpPr/>
          <p:nvPr/>
        </p:nvSpPr>
        <p:spPr>
          <a:xfrm>
            <a:off x="3054096" y="3995928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10" name="Shape 108"/>
          <p:cNvSpPr/>
          <p:nvPr/>
        </p:nvSpPr>
        <p:spPr>
          <a:xfrm>
            <a:off x="3054096" y="3995928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3099816" y="4087368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Suricata</a:t>
            </a:r>
            <a:endParaRPr lang="en-US" sz="900" dirty="0"/>
          </a:p>
        </p:txBody>
      </p:sp>
      <p:sp>
        <p:nvSpPr>
          <p:cNvPr id="112" name="Text 110"/>
          <p:cNvSpPr/>
          <p:nvPr/>
        </p:nvSpPr>
        <p:spPr>
          <a:xfrm>
            <a:off x="3090672" y="436168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File/Syslog · EVE JSON</a:t>
            </a:r>
            <a:endParaRPr lang="en-US" sz="750" dirty="0"/>
          </a:p>
        </p:txBody>
      </p:sp>
      <p:sp>
        <p:nvSpPr>
          <p:cNvPr id="113" name="Shape 111"/>
          <p:cNvSpPr/>
          <p:nvPr/>
        </p:nvSpPr>
        <p:spPr>
          <a:xfrm>
            <a:off x="4489704" y="3995928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14" name="Shape 112"/>
          <p:cNvSpPr/>
          <p:nvPr/>
        </p:nvSpPr>
        <p:spPr>
          <a:xfrm>
            <a:off x="4489704" y="3995928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4535424" y="4087368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Wazuh</a:t>
            </a:r>
            <a:endParaRPr lang="en-US" sz="900" dirty="0"/>
          </a:p>
        </p:txBody>
      </p:sp>
      <p:sp>
        <p:nvSpPr>
          <p:cNvPr id="116" name="Text 114"/>
          <p:cNvSpPr/>
          <p:nvPr/>
        </p:nvSpPr>
        <p:spPr>
          <a:xfrm>
            <a:off x="4526280" y="436168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key/Basic · Alerts</a:t>
            </a:r>
            <a:endParaRPr lang="en-US" sz="750" dirty="0"/>
          </a:p>
        </p:txBody>
      </p:sp>
      <p:sp>
        <p:nvSpPr>
          <p:cNvPr id="117" name="Shape 115"/>
          <p:cNvSpPr/>
          <p:nvPr/>
        </p:nvSpPr>
        <p:spPr>
          <a:xfrm>
            <a:off x="5925312" y="3995928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18" name="Shape 116"/>
          <p:cNvSpPr/>
          <p:nvPr/>
        </p:nvSpPr>
        <p:spPr>
          <a:xfrm>
            <a:off x="5925312" y="3995928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5971032" y="4087368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Zeek</a:t>
            </a:r>
            <a:endParaRPr lang="en-US" sz="900" dirty="0"/>
          </a:p>
        </p:txBody>
      </p:sp>
      <p:sp>
        <p:nvSpPr>
          <p:cNvPr id="120" name="Text 118"/>
          <p:cNvSpPr/>
          <p:nvPr/>
        </p:nvSpPr>
        <p:spPr>
          <a:xfrm>
            <a:off x="5961888" y="436168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File/Syslog · Conn logs</a:t>
            </a:r>
            <a:endParaRPr lang="en-US" sz="750" dirty="0"/>
          </a:p>
        </p:txBody>
      </p:sp>
      <p:sp>
        <p:nvSpPr>
          <p:cNvPr id="121" name="Shape 119"/>
          <p:cNvSpPr/>
          <p:nvPr/>
        </p:nvSpPr>
        <p:spPr>
          <a:xfrm>
            <a:off x="320040" y="4663440"/>
            <a:ext cx="164592" cy="16459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548640" y="466344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connectors</a:t>
            </a:r>
            <a:endParaRPr lang="en-US" sz="900" dirty="0"/>
          </a:p>
        </p:txBody>
      </p:sp>
      <p:sp>
        <p:nvSpPr>
          <p:cNvPr id="123" name="Shape 121"/>
          <p:cNvSpPr/>
          <p:nvPr/>
        </p:nvSpPr>
        <p:spPr>
          <a:xfrm>
            <a:off x="3063240" y="4663440"/>
            <a:ext cx="164592" cy="16459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3291840" y="466344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Read/specialised</a:t>
            </a:r>
            <a:endParaRPr lang="en-US" sz="900" dirty="0"/>
          </a:p>
        </p:txBody>
      </p:sp>
      <p:sp>
        <p:nvSpPr>
          <p:cNvPr id="125" name="Shape 123"/>
          <p:cNvSpPr/>
          <p:nvPr/>
        </p:nvSpPr>
        <p:spPr>
          <a:xfrm>
            <a:off x="5806440" y="4663440"/>
            <a:ext cx="164592" cy="16459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6035040" y="466344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— v1.0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ORM — A Universal Data Contract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object from every connector normalises into the same STIX 2.1 types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280160"/>
            <a:ext cx="2651760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80160"/>
            <a:ext cx="109728" cy="138988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141732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21208" y="178308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IOCs with STIX patterns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[domain-name:value = '...']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54680" y="1280160"/>
            <a:ext cx="2651760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1280160"/>
            <a:ext cx="109728" cy="138988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55848" y="141732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ThreatActor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55848" y="178308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 profiles, aliases,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motivation, attribution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989320" y="1280160"/>
            <a:ext cx="2651760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989320" y="1280160"/>
            <a:ext cx="109728" cy="1389888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90488" y="141732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190488" y="178308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CVEs, CVSS scores,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exploited flag, products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" y="2834640"/>
            <a:ext cx="2651760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" y="2834640"/>
            <a:ext cx="109728" cy="1389888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1208" y="297180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AttackPattern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21208" y="333756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ATT&amp;CK TTPs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tactic mapping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154680" y="2834640"/>
            <a:ext cx="2651760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154680" y="2834640"/>
            <a:ext cx="109728" cy="1389888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55848" y="297180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355848" y="333756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 families,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capabilities, types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989320" y="2834640"/>
            <a:ext cx="2651760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989320" y="2834640"/>
            <a:ext cx="109728" cy="138988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90488" y="297180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190488" y="333756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between objects: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indicates, uses, targets…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+ Export Pipelines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023360" cy="3200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822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PIPELINE  (pull from platforms)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" y="1234440"/>
            <a:ext cx="123444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9319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SourceReader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9319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reader types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· CSV · STIX · Syslog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RSS · Email · Splunk · Elastic…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581912" y="2075688"/>
            <a:ext cx="109728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691640" y="1234440"/>
            <a:ext cx="123444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D8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76479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RecordMapper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76479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mapper types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FlatIOC · STIX · MISP · CEF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· NVD CVE · Feedly…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953512" y="2075688"/>
            <a:ext cx="109728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063240" y="1234440"/>
            <a:ext cx="123444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62952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13639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13639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ORM objects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 · confidence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x_target_sectors tag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800600" y="822960"/>
            <a:ext cx="4023360" cy="3200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00600" y="822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PIPELINE  (push to destinations)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800600" y="1234440"/>
            <a:ext cx="123444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87375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ExportFilter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7375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TypeFilter · ConfidenceFilter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TLPFilter · SectorFilter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IOCTypeFilter · LimitFilter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62472" y="2075688"/>
            <a:ext cx="109728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172200" y="1234440"/>
            <a:ext cx="123444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D8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24535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ExportTransform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24535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EDLTransform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NetskopeCETransform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STIXBundle · CSV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434072" y="2075688"/>
            <a:ext cx="109728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543800" y="1234440"/>
            <a:ext cx="123444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62952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61695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61695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FileDelivery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EDLServer (HTTP)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PlatformDelivery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MultiDelivery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320040" y="3063240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example: ThreatQ → GNAT → Netskope CE (FQDN + URL + SHA256 every 15 min) → Tenant lists → Palo Alto EDLs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20040" y="3520440"/>
            <a:ext cx="8503920" cy="12801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3584448"/>
            <a:ext cx="83210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(ExportPipeline("tq-to-netskope")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.read_from(workspace)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.filter_with(TypeFilter("indicator")).filter_with(ConfidenceFilter(70))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.transform_with(NetskopeCETransform(source_label="ThreatQ", ioc_types=["domain","url","sha256"]))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.deliver_to(PlatformDelivery(netskope_client))).run()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— One Scheduler, All Jobs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196596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68680"/>
            <a:ext cx="196596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3192" y="1033272"/>
            <a:ext cx="1819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FeedJob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393192" y="1673352"/>
            <a:ext cx="1819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 job type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423160" y="868680"/>
            <a:ext cx="196596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868680"/>
            <a:ext cx="196596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96312" y="1033272"/>
            <a:ext cx="1819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2496312" y="1673352"/>
            <a:ext cx="1819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 threading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26280" y="868680"/>
            <a:ext cx="196596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26280" y="868680"/>
            <a:ext cx="196596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99432" y="1033272"/>
            <a:ext cx="1819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ExportJob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599432" y="1673352"/>
            <a:ext cx="1819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export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629400" y="868680"/>
            <a:ext cx="224028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868680"/>
            <a:ext cx="224028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033272"/>
            <a:ext cx="20939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ReportJob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6702552" y="1673352"/>
            <a:ext cx="2093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reports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20040" y="2212848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job type in GNAT extends FeedJob and runs in the same FeedScheduler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20040" y="2633472"/>
            <a:ext cx="40690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" y="2633472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" y="2688336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Drift-corrected timing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4632" y="290779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jobs stay hourly even when runs take 5 min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617720" y="2633472"/>
            <a:ext cx="40690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17720" y="2633472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82312" y="2688336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 protection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82312" y="290779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or queue policy — never two runs of the same job simultaneously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040" y="3291840"/>
            <a:ext cx="40690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" y="3291840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" y="3346704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ctx.last_success_iso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4632" y="3566160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ingestion: readers receive the last success timestamp automatically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17720" y="3291840"/>
            <a:ext cx="40690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17720" y="3291840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82312" y="3346704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On-success / on-failure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782312" y="3566160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Callbacks for alerting, logging, and downstream triggers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0040" y="3950208"/>
            <a:ext cx="40690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0040" y="3950208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4632" y="400507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APScheduler / Celery adapters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84632" y="4224528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jobs to external schedulers for teams with existing infrastructure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617720" y="3950208"/>
            <a:ext cx="40690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17720" y="3950208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82312" y="400507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to_cron_lines()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782312" y="4224528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crontab entries for simple server deployments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— Claude-Powered Threat Research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2651760" cy="21488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68680"/>
            <a:ext cx="2651760" cy="47548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905256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ResearchAgent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161288"/>
            <a:ext cx="2432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SourceReader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29768" y="1481328"/>
            <a:ext cx="24323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Topic-driven: synthesise research on threat actors, CVEs, campaigns.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Feed-driven: monitor sources for new threat content.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Claude API with web_search tool.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54680" y="868680"/>
            <a:ext cx="2651760" cy="21488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868680"/>
            <a:ext cx="2651760" cy="47548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64408" y="905256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ParsingAgent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64408" y="1161288"/>
            <a:ext cx="2432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RecordMapper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64408" y="1481328"/>
            <a:ext cx="24323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structured STIX from any unstructured text.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Flexible: IOCs + TTPs + actors + CVEs — whatever is present.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output capped at confidence ≤ 60, tagged x_source_type=ai_extracted.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989320" y="868680"/>
            <a:ext cx="2651760" cy="21488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989320" y="868680"/>
            <a:ext cx="2651760" cy="47548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99048" y="905256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CopilotReader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099048" y="1161288"/>
            <a:ext cx="2432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SourceReader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099048" y="1481328"/>
            <a:ext cx="24323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Microsoft Copilot via DirectLine for M365 content.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sources: SharePoint libraries, mailboxes, Teams channels.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feeds directly into ParsingAgent.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3154680"/>
            <a:ext cx="8503920" cy="777240"/>
          </a:xfrm>
          <a:prstGeom prst="rect">
            <a:avLst/>
          </a:prstGeom>
          <a:solidFill>
            <a:srgbClr val="FFF3CD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22783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AI Trust Model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02920" y="344728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confidence_ceiling = 60 (configurable) prevents AI-extracted intel from reaching EDLs at high confidence without analyst review. All AI objects tagged x_source_type='ai_extracted'. Export pipelines default to ConfidenceFilter(min=70), which excludes AI intel until reviewed.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Library — Shared Team Knowledge Base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5029200" cy="77724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3268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WORKSPACES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20700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Analyst-owned · Active investigation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68880" y="1645920"/>
            <a:ext cx="0" cy="182880"/>
          </a:xfrm>
          <a:prstGeom prst="line">
            <a:avLst/>
          </a:prstGeom>
          <a:noFill/>
          <a:ln w="25400">
            <a:solidFill>
              <a:srgbClr val="06B6D4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20040" y="1828800"/>
            <a:ext cx="5029200" cy="7772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89280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 (_gnat_staging)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216712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lib.promote(ws, topic, researcher, note='…')  →  anyone can write, nothing auto-reads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468880" y="2606040"/>
            <a:ext cx="0" cy="182880"/>
          </a:xfrm>
          <a:prstGeom prst="line">
            <a:avLst/>
          </a:prstGeom>
          <a:noFill/>
          <a:ln w="25400">
            <a:solidFill>
              <a:srgbClr val="06B6D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20040" y="2788920"/>
            <a:ext cx="5029200" cy="7772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 (_gnat_library)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" y="312724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· Read-only to analysts · Managed by CurationJob every 4h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577840" y="8412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by Category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170432"/>
          <a:ext cx="3246120" cy="2011680"/>
        </p:xfrm>
        <a:graphic>
          <a:graphicData uri="http://schemas.openxmlformats.org/drawingml/2006/table">
            <a:tbl>
              <a:tblPr/>
              <a:tblGrid>
                <a:gridCol w="1005840"/>
                <a:gridCol w="868680"/>
                <a:gridCol w="1371600"/>
              </a:tblGrid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TTL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Rationale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hours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IOCs rotate quickly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vulnerability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 hours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Exploitability changes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campaign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Evolves over weeks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threat_actor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Slow-changing TTPs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Conservative fallback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20040" y="3931920"/>
            <a:ext cx="8503920" cy="640080"/>
          </a:xfrm>
          <a:prstGeom prst="rect">
            <a:avLst/>
          </a:prstGeom>
          <a:solidFill>
            <a:srgbClr val="EBF2FB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checks lib.is_fresh("APT29") before running ResearchAgent. After review, promotes to staging with an optional analyst note. CurationJob deduplicates (most recent wins) and promotes to library.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Report Generation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265176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68680"/>
            <a:ext cx="2651760" cy="41148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905256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Intel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" y="13898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389888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06:00 daily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29768" y="18105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Mode: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325880" y="1810512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29768" y="223113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325880" y="22311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analysts / shift handoff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29768" y="26517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Formats: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325880" y="2651760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HTML · Markdown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154680" y="868680"/>
            <a:ext cx="265176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154680" y="868680"/>
            <a:ext cx="2651760" cy="41148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64408" y="905256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264408" y="13898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160520" y="1389888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64408" y="18105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Mode: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60520" y="1810512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64408" y="223113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160520" y="22311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leads / analysts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264408" y="26517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Formats: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160520" y="2651760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HTML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89320" y="868680"/>
            <a:ext cx="265176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989320" y="868680"/>
            <a:ext cx="2651760" cy="41148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99048" y="905256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Yearly Intel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99048" y="13898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995160" y="1389888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/ manual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099048" y="18105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Mode: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995160" y="1810512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099048" y="223113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995160" y="22311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/ compliance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099048" y="26517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Formats: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995160" y="2651760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DOCX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20040" y="3456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pipeline: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040" y="3794760"/>
            <a:ext cx="1874520" cy="7315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319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DataAggregator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AI)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2221992" y="4160520"/>
            <a:ext cx="219456" cy="0"/>
          </a:xfrm>
          <a:prstGeom prst="line">
            <a:avLst/>
          </a:prstGeom>
          <a:noFill/>
          <a:ln w="19050">
            <a:solidFill>
              <a:srgbClr val="06B6D4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2468880" y="3794760"/>
            <a:ext cx="1874520" cy="7315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54203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ReportSynthesizer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(one call/section)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370832" y="4160520"/>
            <a:ext cx="219456" cy="0"/>
          </a:xfrm>
          <a:prstGeom prst="line">
            <a:avLst/>
          </a:prstGeom>
          <a:noFill/>
          <a:ln w="19050">
            <a:solidFill>
              <a:srgbClr val="06B6D4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4617720" y="3794760"/>
            <a:ext cx="1874520" cy="7315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9087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Renderers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MD/HTML/PDF/DOCX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519672" y="4160520"/>
            <a:ext cx="219456" cy="0"/>
          </a:xfrm>
          <a:prstGeom prst="line">
            <a:avLst/>
          </a:prstGeom>
          <a:noFill/>
          <a:ln w="19050">
            <a:solidFill>
              <a:srgbClr val="06B6D4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6766560" y="3794760"/>
            <a:ext cx="1874520" cy="7315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3971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SharePoint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Targeting Intelligence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x_target_sectors — the canonical cross-platform sector field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280160"/>
            <a:ext cx="25603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80160"/>
            <a:ext cx="25603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" y="1316736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(default)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29768" y="1737360"/>
            <a:ext cx="234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objects tagged with at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one listed sector.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Untagged objects also pass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(non-strict mode).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063240" y="1280160"/>
            <a:ext cx="25603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063240" y="1280160"/>
            <a:ext cx="256032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72968" y="1316736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172968" y="1737360"/>
            <a:ext cx="234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 all listed sectors to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present on the object.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Strict: only tagged objects.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806440" y="1280160"/>
            <a:ext cx="25603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06440" y="1280160"/>
            <a:ext cx="2560320" cy="34747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16168" y="1316736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strict=True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16168" y="1737360"/>
            <a:ext cx="234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 untagged objects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entirely. Only explicitly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tagged objects are included.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" y="3246120"/>
            <a:ext cx="8503920" cy="153619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310128"/>
            <a:ext cx="832104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[sector_aliases]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healthcare = Healthcare, Health, Medical, H-ISAC, Hospitals and Health Centers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financial  = Financial Services, Finance, Banking, FS-ISAC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energy     = Energy, Electric, Oil and Gas, E-ISAC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SectorFilter expands aliases so 'health' matches 'Healthcare' from ThreatQ and 'Health' from RF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Deployment: Single Azure VM, Three Services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5577840" cy="4005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04672"/>
            <a:ext cx="5577840" cy="34747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4124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VM B2s  (2 vCPU · 4 GB · ~$50/month)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80160"/>
            <a:ext cx="5212080" cy="822960"/>
          </a:xfrm>
          <a:prstGeom prst="rect">
            <a:avLst/>
          </a:prstGeom>
          <a:solidFill>
            <a:srgbClr val="F0F4FA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280160"/>
            <a:ext cx="91440" cy="82296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1353312"/>
            <a:ext cx="4736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gnat-scheduler.service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8368" y="162763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FeedScheduler: ingest, export, AI research,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curation, and report jobs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286000"/>
            <a:ext cx="5212080" cy="822960"/>
          </a:xfrm>
          <a:prstGeom prst="rect">
            <a:avLst/>
          </a:prstGeom>
          <a:solidFill>
            <a:srgbClr val="F0F4FA"/>
          </a:solidFill>
          <a:ln w="12700">
            <a:solidFill>
              <a:srgbClr val="1E4D8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286000"/>
            <a:ext cx="91440" cy="82296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2359152"/>
            <a:ext cx="4736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gnat-edl.service  :8080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8368" y="263347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EDLServer: serves indicator files to firewalls.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— survives scheduler restart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5212080" cy="822960"/>
          </a:xfrm>
          <a:prstGeom prst="rect">
            <a:avLst/>
          </a:prstGeom>
          <a:solidFill>
            <a:srgbClr val="F0F4FA"/>
          </a:solidFill>
          <a:ln w="12700">
            <a:solidFill>
              <a:srgbClr val="1629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3291840"/>
            <a:ext cx="91440" cy="82296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3364992"/>
            <a:ext cx="4736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gnat-health.service  :8090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8368" y="363931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endpoint: GET /status → JSON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Monitor ping check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43434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Storage: ~/.gnat/config.ini · workspaces/ · /var/reports/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035040" y="804672"/>
            <a:ext cx="2788920" cy="400507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035040" y="804672"/>
            <a:ext cx="27889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72200" y="84124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Scale-out path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172200" y="129844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100+ feeds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172200" y="1536192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jobs → Azure Container Instances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172200" y="1956816"/>
            <a:ext cx="25146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72200" y="210312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SLA &lt; 5 min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172200" y="234086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server → dedicated B1s VM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172200" y="2761488"/>
            <a:ext cx="25146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72200" y="2907792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analysts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72200" y="314553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FlatFileStore → PostgreSQL (1 config change)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172200" y="3566160"/>
            <a:ext cx="25146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72200" y="3712464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172200" y="395020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VM per tenant, shared codebase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Abstraction Advantage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26517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265176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9611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9768" y="132588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from ThreatQ to a new TIP? Change one config line. The pipeline, scheduler, reports, and export jobs all work unchanged. Your automation is not locked to any platform.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154680" y="822960"/>
            <a:ext cx="26517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54680" y="822960"/>
            <a:ext cx="265176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89611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Simplicity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64408" y="132588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changes affect one connector file, not every script. Tests cover all 26 connectors uniformly. One library version number covers the entire integration stack.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989320" y="822960"/>
            <a:ext cx="26517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89320" y="822960"/>
            <a:ext cx="265176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99048" y="89611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Consistency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9048" y="132588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platform exposes get_object(), list_objects(), upsert_object(), to_stix(), from_stix(). Analysts learn one mental model once and it works everywhere.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2834640"/>
            <a:ext cx="26517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2834640"/>
            <a:ext cx="265176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9768" y="290779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Coherence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29768" y="333756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scheduler, one health endpoint, one log stream. No more asking which of 15 scripts ran overnight and whether it worked. FeedScheduler.summary() answers all of that.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154680" y="2834640"/>
            <a:ext cx="26517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154680" y="2834640"/>
            <a:ext cx="265176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64408" y="290779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Adoption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264408" y="333756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layer is independently useful. Start with connectors only. Add ingest. Add export. Add AI. Add reports. The stack is additive — you never have to replace working parts.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989320" y="2834640"/>
            <a:ext cx="26517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989320" y="2834640"/>
            <a:ext cx="265176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99048" y="290779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Coverage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099048" y="333756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784 unit tests across 25 test files. Every connector, every pipeline stage, every renderer, every scheduler behaviour. Confidence in changes without regression fear.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Sidecar — Solr Full-Text Search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STIX object indexed in Solr 9.x — search across all connectors simultaneously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325880"/>
            <a:ext cx="274320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325880"/>
            <a:ext cx="274320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GNATIndexer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7373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gnat/search/index.py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65760" y="19659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Add/update/delete Solr documents. Batch indexing with configurable batch_size. Field-mapped from STIX objects.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154680" y="1325880"/>
            <a:ext cx="274320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54680" y="1325880"/>
            <a:ext cx="274320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4612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SearchMixin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46120" y="17373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gnat/search/mixin.py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246120" y="19659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Drop-in connector mixin. Auto-indexes on upsert_object() calls. Zero code change to existing connectors.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35040" y="1325880"/>
            <a:ext cx="274320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35040" y="1325880"/>
            <a:ext cx="2743200" cy="7315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 Integration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26480" y="17373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gnat/search/orm_with_mixin.py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126480" y="19659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SearchMixin-enhanced STIX objects. Transparent to existing ORM code.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3108960"/>
            <a:ext cx="274320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3108960"/>
            <a:ext cx="274320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Patch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35204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gnat/search/pipeline_patch.py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65760" y="37490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Patches IngestPipeline to route records through Solr indexer post-map.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154680" y="3108960"/>
            <a:ext cx="274320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154680" y="3108960"/>
            <a:ext cx="2743200" cy="7315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4612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Patch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246120" y="35204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gnat/search/library_patch.py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3246120" y="37490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ResearchLibrary search-backed lookups. Cross-source correlation at query time.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035040" y="3108960"/>
            <a:ext cx="274320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035040" y="3108960"/>
            <a:ext cx="274320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 Schema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126480" y="35204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solr_schema_gnat.xml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126480" y="37490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 9.x schema for GNAT fields: type, value, confidence, x_target_sectors, tlp, source, timestamp.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74320" y="4663440"/>
            <a:ext cx="8595360" cy="347472"/>
          </a:xfrm>
          <a:prstGeom prst="rect">
            <a:avLst/>
          </a:prstGeom>
          <a:solidFill>
            <a:srgbClr val="F0F4FA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700016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via [search] section in gnat.ini  ·  solr_url = http://localhost:8983/solr/gnat  ·  enabled = true  ·  batch_size = 100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Numbers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246888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914400"/>
            <a:ext cx="246888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1115568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612648" y="1938528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914400"/>
            <a:ext cx="246888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46120" y="914400"/>
            <a:ext cx="2468880" cy="914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55848" y="1115568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784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3355848" y="1938528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9320" y="914400"/>
            <a:ext cx="246888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89320" y="914400"/>
            <a:ext cx="246888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99048" y="1115568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6099048" y="1938528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2834640"/>
            <a:ext cx="246888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2834640"/>
            <a:ext cx="2468880" cy="914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" y="3035808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~$50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612648" y="3858768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Azure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Cost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46120" y="2834640"/>
            <a:ext cx="246888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46120" y="2834640"/>
            <a:ext cx="246888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55848" y="3035808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4400" dirty="0"/>
          </a:p>
        </p:txBody>
      </p:sp>
      <p:sp>
        <p:nvSpPr>
          <p:cNvPr id="24" name="Text 22"/>
          <p:cNvSpPr/>
          <p:nvPr/>
        </p:nvSpPr>
        <p:spPr>
          <a:xfrm>
            <a:off x="3355848" y="3858768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Ceiling (default)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89320" y="2834640"/>
            <a:ext cx="246888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989320" y="2834640"/>
            <a:ext cx="246888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99048" y="3035808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hrs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6099048" y="3858768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 Job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Sequence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1325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1-2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1417320"/>
            <a:ext cx="13258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9319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+ configure config.ini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connectivity: gnat ping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ingest dry-run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673352" y="1069848"/>
            <a:ext cx="914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783080" y="822960"/>
            <a:ext cx="1325880" cy="5029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2880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82880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3-5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1783080" y="1417320"/>
            <a:ext cx="13258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5623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85623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connector configs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ingest jobs (TQ, RF, CS)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 running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136392" y="1069848"/>
            <a:ext cx="914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246120" y="822960"/>
            <a:ext cx="1325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9184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6-8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246120" y="1417320"/>
            <a:ext cx="13258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1927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31927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Netskope CE ExportJob (15 min)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files hourly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TQ → CE → firewall EDLs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599432" y="1069848"/>
            <a:ext cx="914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709160" y="822960"/>
            <a:ext cx="1325880" cy="5029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5488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75488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9-10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4709160" y="1417320"/>
            <a:ext cx="13258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8231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8231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[claude] in config.ini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ResearchAgent query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CurationJob to scheduler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062472" y="1069848"/>
            <a:ext cx="914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172200" y="822960"/>
            <a:ext cx="1325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1792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21792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11-14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6172200" y="1417320"/>
            <a:ext cx="13258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4535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24535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report — review PDF/HTML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email delivery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ReportJob at 06:00 daily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525512" y="1069848"/>
            <a:ext cx="914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7635240" y="822960"/>
            <a:ext cx="1325880" cy="50292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68096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68096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7635240" y="1417320"/>
            <a:ext cx="13258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0839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70839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config templates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EXAMPLES.md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review process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Items &amp; Roadmap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4206240" cy="32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8046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— VERIFY BEFORE PRODUCTION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207008"/>
            <a:ext cx="39319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ThreatQ: verify x_target_sectors field names in STIX export (see PENDING_ITEMS.md §1)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RecordedFuture, CrowdStrike, VT, ShadowServer, Nucleus: sector normalization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DOCX renderer: npm install -g docx required on deployment host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WorkspaceManager.default() method: verify or add to context/workspace.py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DirectLine: test token refresh behavior in production Bot Framework setup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754880" y="804672"/>
            <a:ext cx="4069080" cy="3200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0" y="804672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— NEXT ADDITIONS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92040" y="1207008"/>
            <a:ext cx="37947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 gnat report run --config report.daily_healthcare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SectorFilter: move to export/filters.py for use in both export and report layers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CHANGELOG: versions 0.6.0 through 1.0.0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body: use rendered HTML report as email body (not generic text)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 search UI / Grafana dashboard integration for gnat/search sidecar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workspace isolation for MSP deployments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0040" y="3401568"/>
            <a:ext cx="8503920" cy="1389888"/>
          </a:xfrm>
          <a:prstGeom prst="rect">
            <a:avLst/>
          </a:prstGeom>
          <a:solidFill>
            <a:srgbClr val="EBF2FB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34930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Documents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379476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EXAMPLES.md  —  907-line code snippet reference for all modules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IMPLEMENTATION_PLAN.md  —  Architecture, deployment, cost model, runbook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PENDING_ITEMS.md  —  Detailed action items with exact file locations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ARCHITECTURE_DECISIONS.md  —  18 sections covering every major design decision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library. Every platform. Total control.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5146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connectors · STIX 2.1 · Ingest + Export pipelines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(Claude + Copilot) · Research library · Report generation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784 tests · ~$50/month Azure · Incremental adoption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3749040"/>
            <a:ext cx="7772400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886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1.0  |  Python 3.10+  |  See EXAMPLES.md · IMPLEMENTATION_PLAN.md · PENDING_ITEMS.md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GNAT: GNAT's Not Another TIP</dc:title>
  <dc:subject>PptxGenJS Presentation</dc:subject>
  <dc:creator>wrhalpin@gmail.com</dc:creator>
  <cp:lastModifiedBy>wrhalpin@gmail.com</cp:lastModifiedBy>
  <cp:revision>1</cp:revision>
  <dcterms:created xsi:type="dcterms:W3CDTF">2026-03-28T00:03:40Z</dcterms:created>
  <dcterms:modified xsi:type="dcterms:W3CDTF">2026-03-28T00:03:40Z</dcterms:modified>
</cp:coreProperties>
</file>