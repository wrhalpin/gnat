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·  Python 3.9+  ·  STIX 2.1  ·  95 Platform Connectors  ·  1,500+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(95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ASM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Security · Wiz CNAPP · Cortex Xpanse · CyCognito · RiskRecon · Armis Centrix · Axonius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exchange + auto-refresh. 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401568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49300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44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91640" y="24323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584448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24528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159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query     # start on query 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8172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38 unit tests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95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 / 3.9 / 3.10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7512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7512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versions 0.6.0 – 1.1.0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27448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74920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4 screens)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727448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74920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27448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74920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27448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74920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727448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074920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protocol)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27448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7492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27448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727448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74920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727448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07492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Integration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4920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additional platform connectors (v1.1)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727448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74920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total in CLIENT_REGISTRY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727448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074920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validator ORM integration (validate=True)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27448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074920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ComplianceMatrix programmatic connector audit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  ·  PENDING_ITEMS.md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NLP queries · Research library · Report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· STIX validator · TUI + Web dashboard · Docker · Multi-tenant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2026-03-31T15:32:43Z</dcterms:created>
  <dcterms:modified xsi:type="dcterms:W3CDTF">2026-03-31T15:32:43Z</dcterms:modified>
</cp:coreProperties>
</file>