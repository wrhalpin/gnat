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01168" y="4480560"/>
            <a:ext cx="8942832" cy="7315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6400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457200" y="16002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GNAT's Not Another TIP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2606040"/>
            <a:ext cx="1508760" cy="32918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12064" y="2624328"/>
            <a:ext cx="1399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158 Connectors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48840" y="2606040"/>
            <a:ext cx="1508760" cy="329184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03704" y="2624328"/>
            <a:ext cx="1399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STIX 2.1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840480" y="2606040"/>
            <a:ext cx="1508760" cy="329184"/>
          </a:xfrm>
          <a:prstGeom prst="rect">
            <a:avLst/>
          </a:prstGeom>
          <a:solidFill>
            <a:srgbClr val="06B6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95344" y="2624328"/>
            <a:ext cx="1399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532120" y="2606040"/>
            <a:ext cx="1508760" cy="329184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586984" y="2624328"/>
            <a:ext cx="1399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Scheduled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223760" y="2606040"/>
            <a:ext cx="1508760" cy="32918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278624" y="2624328"/>
            <a:ext cx="1399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Multi-Format Reports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2461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Universal threat intelligence library — abstract, normalise, automate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7200" y="4526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1.5.0  ·  Python 3.9+  ·  STIX 2.1  ·  158 Platform Connectors  ·  5,100+ Tests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Problem: Fragmented Threat Intelligence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65760" y="91440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platform is an island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20040" y="1463040"/>
            <a:ext cx="3977640" cy="13716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463040"/>
            <a:ext cx="91440" cy="1371600"/>
          </a:xfrm>
          <a:prstGeom prst="rect">
            <a:avLst/>
          </a:prstGeom>
          <a:solidFill>
            <a:srgbClr val="EF44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572768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Numerous Different APIs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2920" y="1883664"/>
            <a:ext cx="3703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platform has its own auth scheme, data model, and SDK. ThreatQ OAuth2 ≠ CrowdStrike OAuth2 ≠ VirusTotal API key.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0040" y="3017520"/>
            <a:ext cx="3977640" cy="13716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0040" y="3017520"/>
            <a:ext cx="91440" cy="1371600"/>
          </a:xfrm>
          <a:prstGeom prst="rect">
            <a:avLst/>
          </a:prstGeom>
          <a:solidFill>
            <a:srgbClr val="EF44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3127248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Shared Data Model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02920" y="3438144"/>
            <a:ext cx="3703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indicator in ThreatQ looks nothing like one in CrowdStrike or Splunk. Correlation requires manual mapping.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17720" y="1463040"/>
            <a:ext cx="3977640" cy="13716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617720" y="1463040"/>
            <a:ext cx="91440" cy="1371600"/>
          </a:xfrm>
          <a:prstGeom prst="rect">
            <a:avLst/>
          </a:prstGeom>
          <a:solidFill>
            <a:srgbClr val="EF44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00600" y="1572768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Code Per Integration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00600" y="1883664"/>
            <a:ext cx="3703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new source or destination means new scripts with no shared error handling, retry logic, or scheduling.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617720" y="3017520"/>
            <a:ext cx="3977640" cy="13716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17720" y="3017520"/>
            <a:ext cx="91440" cy="1371600"/>
          </a:xfrm>
          <a:prstGeom prst="rect">
            <a:avLst/>
          </a:prstGeom>
          <a:solidFill>
            <a:srgbClr val="EF44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00600" y="3127248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Fragile Automation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438144"/>
            <a:ext cx="3703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Ad-hoc scripts break when APIs change. No tests, no versioning, no consistent patterns.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Solution: One Library, Every Platform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68680"/>
            <a:ext cx="3749040" cy="347472"/>
          </a:xfrm>
          <a:prstGeom prst="rect">
            <a:avLst/>
          </a:prstGeom>
          <a:solidFill>
            <a:srgbClr val="EF44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" y="86868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GNAT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325880"/>
            <a:ext cx="347472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ThreatQ SDK  →  custom code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CrowdStrike API  →  custom code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Splunk API  →  custom code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VirusTotal API  →  custom code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Netskope CE  →  custom code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Each: own auth, errors, retries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Each: own data model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shared testing or scheduling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160520" y="2926080"/>
            <a:ext cx="457200" cy="0"/>
          </a:xfrm>
          <a:prstGeom prst="line">
            <a:avLst/>
          </a:prstGeom>
          <a:noFill/>
          <a:ln w="19050">
            <a:solidFill>
              <a:srgbClr val="0891B2"/>
            </a:solidFill>
            <a:prstDash val="solid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4114800" y="306324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074920" y="868680"/>
            <a:ext cx="3749040" cy="34747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74920" y="86868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GNAT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212080" y="1325880"/>
            <a:ext cx="347472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GNATConfig  →  one config.ini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GNATClient  →  one interface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STIX 2.1 everywhere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IngestPipeline  →  pull any source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ExportPipeline  →  push to EDLs/CE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FeedScheduler  →  all jobs, one place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ReportGenerator  →  PDF/HTML/DOCX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ResearchLibrary  →  shared knowledge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Architecture: The Middle Layer Model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777240"/>
            <a:ext cx="8503920" cy="52120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82296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/ AUTOMATION LAYER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1042416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Workstations · SOAR · Scheduled jobs · CLI · TUI · Web Dashboard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4434840" y="1298448"/>
            <a:ext cx="0" cy="91440"/>
          </a:xfrm>
          <a:prstGeom prst="line">
            <a:avLst/>
          </a:prstGeom>
          <a:noFill/>
          <a:ln w="19050">
            <a:solidFill>
              <a:srgbClr val="0891B2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20040" y="1389888"/>
            <a:ext cx="8503920" cy="52120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435608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 CORE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" y="1655064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 · Export · AI Agents · Research Library · Reports · NLP · TAXII 2.1 · Solr Search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434840" y="1911096"/>
            <a:ext cx="0" cy="91440"/>
          </a:xfrm>
          <a:prstGeom prst="line">
            <a:avLst/>
          </a:prstGeom>
          <a:noFill/>
          <a:ln w="19050">
            <a:solidFill>
              <a:srgbClr val="0891B2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320040" y="2002536"/>
            <a:ext cx="8503920" cy="52120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2048256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STIX 2.1 ORM + WORKSPACE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57200" y="2267712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Indicator · ThreatActor · Vulnerability · AttackPattern · Malware · Relationship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434840" y="2523744"/>
            <a:ext cx="0" cy="91440"/>
          </a:xfrm>
          <a:prstGeom prst="line">
            <a:avLst/>
          </a:prstGeom>
          <a:noFill/>
          <a:ln w="19050">
            <a:solidFill>
              <a:srgbClr val="0891B2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320040" y="2615184"/>
            <a:ext cx="8503920" cy="52120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2660904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 LAYER (158 platforms)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57200" y="288036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ThreatQ · CrowdStrike · Splunk · Sentinel · VirusTotal · Mandiant · Orca · Wiz · MISP · MITRE ATT&amp;CK · Joe Sandbox · Velociraptor · Code42 · Okta · Entra ID · Dataminr · HackerOne · ...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434840" y="3136392"/>
            <a:ext cx="0" cy="91440"/>
          </a:xfrm>
          <a:prstGeom prst="line">
            <a:avLst/>
          </a:prstGeom>
          <a:noFill/>
          <a:ln w="19050">
            <a:solidFill>
              <a:srgbClr val="0891B2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320040" y="3227832"/>
            <a:ext cx="8503920" cy="521208"/>
          </a:xfrm>
          <a:prstGeom prst="rect">
            <a:avLst/>
          </a:prstGeom>
          <a:solidFill>
            <a:srgbClr val="4B55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327355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PLATFORMS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57200" y="3493008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TIPs · SIEMs · EDRs · Vuln Scanners · CNAPP/ASM · SOAR · NDR · AI Assistants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320040" y="3913632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urllib3 / httpx transport  ·  zero cloud dependencies  ·  INI config  ·  multi-tenant namespace isolation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20040" y="4297680"/>
            <a:ext cx="8503920" cy="512064"/>
          </a:xfrm>
          <a:prstGeom prst="rect">
            <a:avLst/>
          </a:prstGeom>
          <a:solidFill>
            <a:srgbClr val="162952"/>
          </a:solidFill>
          <a:ln w="6350">
            <a:solidFill>
              <a:srgbClr val="0891B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29768" y="4334256"/>
            <a:ext cx="82844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Portability: swap one platform, nothing else changes  ·  Coherence: one scheduler, one log stream, one health check  ·  Safety: AI ceiling=60, HITL gate, RBAC, audit trail  ·  Scale: SQLite → Postgres with one config change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158 Platform Connectors — One Interface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182880" y="804672"/>
            <a:ext cx="2862072" cy="950976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82880" y="804672"/>
            <a:ext cx="2862072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896112"/>
            <a:ext cx="26791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THREAT INTEL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274320" y="1106424"/>
            <a:ext cx="2679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ThreatQ · CrowdStrike · Recorded Future · VirusTotal · Mandiant · MS Defender TI · ThreatStream · SOCRadar · Feedly · CloudSEK · PulseDive · ThreatConnect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3136392" y="804672"/>
            <a:ext cx="2862072" cy="950976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136392" y="804672"/>
            <a:ext cx="2862072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27832" y="896112"/>
            <a:ext cx="26791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 WEB / CYBERCRIME INTEL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227832" y="1106424"/>
            <a:ext cx="2679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Flashpoint · Intel 471 · Group-IB · HudsonRock · Cyble Vision · ZeroFox · FLARE · Yeti · Cofense Intelligence</a:t>
            </a:r>
            <a:endParaRPr lang="en-US" sz="650" dirty="0"/>
          </a:p>
        </p:txBody>
      </p:sp>
      <p:sp>
        <p:nvSpPr>
          <p:cNvPr id="13" name="Shape 11"/>
          <p:cNvSpPr/>
          <p:nvPr/>
        </p:nvSpPr>
        <p:spPr>
          <a:xfrm>
            <a:off x="6089904" y="804672"/>
            <a:ext cx="2862072" cy="950976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089904" y="804672"/>
            <a:ext cx="2862072" cy="54864"/>
          </a:xfrm>
          <a:prstGeom prst="rect">
            <a:avLst/>
          </a:prstGeom>
          <a:solidFill>
            <a:srgbClr val="5B9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81344" y="896112"/>
            <a:ext cx="26791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B93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FEEDS &amp; VENDOR REPUTATION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181344" y="1106424"/>
            <a:ext cx="2679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AlienVault OTX · MISP · OpenCTI · HIBP · Synapse · OSINT Feed · MITRE ATT&amp;CK · Abuse.ch (5 feeds) · OSV · VulnCheck · CISA KEV · Shodan · GreyNoise · Shadowserver · AbuseIPDB · Project Honey Pot · crt.sh · Google CT · Cisco Talos · FortiGuard · Kaspersky OpenTIP · ESET TI · Bitdefender IZ · Cloudflare Intel · TRM Labs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182880" y="1847088"/>
            <a:ext cx="2862072" cy="950976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182880" y="1847088"/>
            <a:ext cx="2862072" cy="54864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74320" y="1938528"/>
            <a:ext cx="26791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E4D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SIEM &amp; LOG ANALYTICS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274320" y="2148840"/>
            <a:ext cx="2679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Splunk · Elastic SIEM · IBM QRadar · Microsoft Sentinel · Graylog · OSSIM · Security Onion · Wazuh · Google Chronicle · LogRhythm · Datadog · Cribl Stream</a:t>
            </a:r>
            <a:endParaRPr lang="en-US" sz="650" dirty="0"/>
          </a:p>
        </p:txBody>
      </p:sp>
      <p:sp>
        <p:nvSpPr>
          <p:cNvPr id="21" name="Shape 19"/>
          <p:cNvSpPr/>
          <p:nvPr/>
        </p:nvSpPr>
        <p:spPr>
          <a:xfrm>
            <a:off x="3136392" y="1847088"/>
            <a:ext cx="2862072" cy="950976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136392" y="1847088"/>
            <a:ext cx="2862072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227832" y="1938528"/>
            <a:ext cx="26791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SOAR, CASE MGMT &amp; DFIR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3227832" y="2148840"/>
            <a:ext cx="2679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Palo Alto XSOAR · TheHive · GreyMatter · ServiceNow · ServiceNow SecOps · Jira · FortiSOAR · Vertex Synapse · Velociraptor · Magnet AXIOM · HackerOne · Bugcrowd</a:t>
            </a:r>
            <a:endParaRPr lang="en-US" sz="650" dirty="0"/>
          </a:p>
        </p:txBody>
      </p:sp>
      <p:sp>
        <p:nvSpPr>
          <p:cNvPr id="25" name="Shape 23"/>
          <p:cNvSpPr/>
          <p:nvPr/>
        </p:nvSpPr>
        <p:spPr>
          <a:xfrm>
            <a:off x="6089904" y="1847088"/>
            <a:ext cx="2862072" cy="950976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089904" y="1847088"/>
            <a:ext cx="2862072" cy="54864"/>
          </a:xfrm>
          <a:prstGeom prst="rect">
            <a:avLst/>
          </a:prstGeom>
          <a:solidFill>
            <a:srgbClr val="5B9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181344" y="1938528"/>
            <a:ext cx="26791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B93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DETECTION &amp; OT/ICS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6181344" y="2148840"/>
            <a:ext cx="2679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Snort IDS · Suricata · Zeek · Vectra AI NDR · ExtraHop Reveal(x) · Darktrace · Cisco Umbrella · Nozomi Networks · Dragos Platform · Claroty</a:t>
            </a:r>
            <a:endParaRPr lang="en-US" sz="650" dirty="0"/>
          </a:p>
        </p:txBody>
      </p:sp>
      <p:sp>
        <p:nvSpPr>
          <p:cNvPr id="29" name="Shape 27"/>
          <p:cNvSpPr/>
          <p:nvPr/>
        </p:nvSpPr>
        <p:spPr>
          <a:xfrm>
            <a:off x="182880" y="2889504"/>
            <a:ext cx="2862072" cy="950976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182880" y="2889504"/>
            <a:ext cx="2862072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74320" y="2980944"/>
            <a:ext cx="26791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ENDPOINT, XDR &amp; MDR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274320" y="3191256"/>
            <a:ext cx="2679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SentinelOne · Carbon Black · Trellix · Sophos · FortiEDR · FortiSIEM · Cortex XDR/XSIAM · Trend Micro Vision One · Tanium · Proofpoint · Huntress · Arctic Wolf · Red Canary</a:t>
            </a:r>
            <a:endParaRPr lang="en-US" sz="650" dirty="0"/>
          </a:p>
        </p:txBody>
      </p:sp>
      <p:sp>
        <p:nvSpPr>
          <p:cNvPr id="33" name="Shape 31"/>
          <p:cNvSpPr/>
          <p:nvPr/>
        </p:nvSpPr>
        <p:spPr>
          <a:xfrm>
            <a:off x="3136392" y="2889504"/>
            <a:ext cx="2862072" cy="950976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136392" y="2889504"/>
            <a:ext cx="2862072" cy="54864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27832" y="2980944"/>
            <a:ext cx="26791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E4D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VULNERABILITY &amp; EXPOSURE MGMT</a:t>
            </a:r>
            <a:endParaRPr lang="en-US" sz="750" dirty="0"/>
          </a:p>
        </p:txBody>
      </p:sp>
      <p:sp>
        <p:nvSpPr>
          <p:cNvPr id="36" name="Text 34"/>
          <p:cNvSpPr/>
          <p:nvPr/>
        </p:nvSpPr>
        <p:spPr>
          <a:xfrm>
            <a:off x="3227832" y="3191256"/>
            <a:ext cx="2679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Rapid7 InsightVM/IDR · Nucleus Security · Tenable One · Qualys VMDR · Greenbone/OpenVAS · DefectDojo</a:t>
            </a:r>
            <a:endParaRPr lang="en-US" sz="650" dirty="0"/>
          </a:p>
        </p:txBody>
      </p:sp>
      <p:sp>
        <p:nvSpPr>
          <p:cNvPr id="37" name="Shape 35"/>
          <p:cNvSpPr/>
          <p:nvPr/>
        </p:nvSpPr>
        <p:spPr>
          <a:xfrm>
            <a:off x="6089904" y="2889504"/>
            <a:ext cx="2862072" cy="950976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6089904" y="2889504"/>
            <a:ext cx="2862072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181344" y="2980944"/>
            <a:ext cx="26791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CLOUD, ASM &amp; ASSET MGMT</a:t>
            </a:r>
            <a:endParaRPr lang="en-US" sz="750" dirty="0"/>
          </a:p>
        </p:txBody>
      </p:sp>
      <p:sp>
        <p:nvSpPr>
          <p:cNvPr id="40" name="Text 38"/>
          <p:cNvSpPr/>
          <p:nvPr/>
        </p:nvSpPr>
        <p:spPr>
          <a:xfrm>
            <a:off x="6181344" y="3191256"/>
            <a:ext cx="2679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Orca · Wiz CNAPP · Cortex Xpanse · Prisma Cloud · CyCognito · RiskRecon · Censys · BitSight · UpGuard · SecurityScorecard · AWS Security Hub · JupiterOne · Armis · Axonius · Lansweeper · ControlUp · Stellar Cyber · Whistic · Netskope · runZero · Dynatrace · SecurityTrails · DomainTools · Silent Push · ip-api</a:t>
            </a:r>
            <a:endParaRPr lang="en-US" sz="650" dirty="0"/>
          </a:p>
        </p:txBody>
      </p:sp>
      <p:sp>
        <p:nvSpPr>
          <p:cNvPr id="41" name="Shape 39"/>
          <p:cNvSpPr/>
          <p:nvPr/>
        </p:nvSpPr>
        <p:spPr>
          <a:xfrm>
            <a:off x="182880" y="3931920"/>
            <a:ext cx="2862072" cy="950976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182880" y="3931920"/>
            <a:ext cx="2862072" cy="54864"/>
          </a:xfrm>
          <a:prstGeom prst="rect">
            <a:avLst/>
          </a:prstGeom>
          <a:solidFill>
            <a:srgbClr val="5B9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74320" y="4023360"/>
            <a:ext cx="26791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B93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IDENTITY, EMAIL &amp; INSIDER RISK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274320" y="4233672"/>
            <a:ext cx="2679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Okta · Microsoft Entra ID · Ping Identity · Silverfort · Semperis DSP · Mimecast · IRONSCALES · Abnormal Security · Code42 Incydr · DTEX InTERCEPT · Gurucul UEBA · Exabeam · Securonix · GitGuardian</a:t>
            </a:r>
            <a:endParaRPr lang="en-US" sz="650" dirty="0"/>
          </a:p>
        </p:txBody>
      </p:sp>
      <p:sp>
        <p:nvSpPr>
          <p:cNvPr id="45" name="Shape 43"/>
          <p:cNvSpPr/>
          <p:nvPr/>
        </p:nvSpPr>
        <p:spPr>
          <a:xfrm>
            <a:off x="3136392" y="3931920"/>
            <a:ext cx="2862072" cy="950976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3136392" y="3931920"/>
            <a:ext cx="2862072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227832" y="4023360"/>
            <a:ext cx="26791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SANDBOXES, BAS &amp; VALIDATION</a:t>
            </a:r>
            <a:endParaRPr lang="en-US" sz="750" dirty="0"/>
          </a:p>
        </p:txBody>
      </p:sp>
      <p:sp>
        <p:nvSpPr>
          <p:cNvPr id="48" name="Text 46"/>
          <p:cNvSpPr/>
          <p:nvPr/>
        </p:nvSpPr>
        <p:spPr>
          <a:xfrm>
            <a:off x="3227832" y="4233672"/>
            <a:ext cx="2679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Joe Sandbox · ANY.RUN · Hybrid Analysis · VMRay · Intezer · SafeBreach · AttackIQ · Cymulate · Picus · Pentera · XM Cyber</a:t>
            </a:r>
            <a:endParaRPr lang="en-US" sz="650" dirty="0"/>
          </a:p>
        </p:txBody>
      </p:sp>
      <p:sp>
        <p:nvSpPr>
          <p:cNvPr id="49" name="Shape 47"/>
          <p:cNvSpPr/>
          <p:nvPr/>
        </p:nvSpPr>
        <p:spPr>
          <a:xfrm>
            <a:off x="6089904" y="3931920"/>
            <a:ext cx="2862072" cy="950976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50" name="Shape 48"/>
          <p:cNvSpPr/>
          <p:nvPr/>
        </p:nvSpPr>
        <p:spPr>
          <a:xfrm>
            <a:off x="6089904" y="3931920"/>
            <a:ext cx="2862072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181344" y="4023360"/>
            <a:ext cx="26791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OSINT, AI &amp; FEDERATION</a:t>
            </a:r>
            <a:endParaRPr lang="en-US" sz="750" dirty="0"/>
          </a:p>
        </p:txBody>
      </p:sp>
      <p:sp>
        <p:nvSpPr>
          <p:cNvPr id="52" name="Text 50"/>
          <p:cNvSpPr/>
          <p:nvPr/>
        </p:nvSpPr>
        <p:spPr>
          <a:xfrm>
            <a:off x="6181344" y="4233672"/>
            <a:ext cx="2679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Dataminr Pulse · Factal · Samdesk · HUMAN Security · Microsoft Copilot · OpenAI ChatGPT · Google Gemini · Grok AI · Discord · GNAT Federation</a:t>
            </a:r>
            <a:endParaRPr lang="en-US" sz="650" dirty="0"/>
          </a:p>
        </p:txBody>
      </p:sp>
      <p:sp>
        <p:nvSpPr>
          <p:cNvPr id="53" name="Text 51"/>
          <p:cNvSpPr/>
          <p:nvPr/>
        </p:nvSpPr>
        <p:spPr>
          <a:xfrm>
            <a:off x="182880" y="4864608"/>
            <a:ext cx="8778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connector: authenticate · health_check · get/list/upsert/delete_object · to_stix() · from_stix()  —  one uniform contract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STIX 2.1 ORM — A Universal Data Contract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65760" y="82296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object from every connector normalises into the same STIX 2.1 types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0040" y="1280160"/>
            <a:ext cx="2651760" cy="138988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280160"/>
            <a:ext cx="109728" cy="138988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21208" y="1417320"/>
            <a:ext cx="2359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Indicator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21208" y="1783080"/>
            <a:ext cx="23591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IOCs with STIX patterns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[domain-name:value = '...']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154680" y="1280160"/>
            <a:ext cx="2651760" cy="138988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154680" y="1280160"/>
            <a:ext cx="109728" cy="138988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55848" y="1417320"/>
            <a:ext cx="2359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ThreatActor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355848" y="1783080"/>
            <a:ext cx="23591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Actor profiles, aliases,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motivation, attribution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989320" y="1280160"/>
            <a:ext cx="2651760" cy="138988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989320" y="1280160"/>
            <a:ext cx="109728" cy="1389888"/>
          </a:xfrm>
          <a:prstGeom prst="rect">
            <a:avLst/>
          </a:prstGeom>
          <a:solidFill>
            <a:srgbClr val="F59E0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90488" y="1417320"/>
            <a:ext cx="2359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Vulnerability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190488" y="1783080"/>
            <a:ext cx="23591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CVEs, CVSS scores,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exploited flag, products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20040" y="2834640"/>
            <a:ext cx="2651760" cy="138988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20040" y="2834640"/>
            <a:ext cx="109728" cy="1389888"/>
          </a:xfrm>
          <a:prstGeom prst="rect">
            <a:avLst/>
          </a:prstGeom>
          <a:solidFill>
            <a:srgbClr val="10B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21208" y="2971800"/>
            <a:ext cx="2359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AttackPattern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21208" y="3337560"/>
            <a:ext cx="23591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MITRE ATT&amp;CK TTPs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tactic mapping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3154680" y="2834640"/>
            <a:ext cx="2651760" cy="138988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3154680" y="2834640"/>
            <a:ext cx="109728" cy="1389888"/>
          </a:xfrm>
          <a:prstGeom prst="rect">
            <a:avLst/>
          </a:prstGeom>
          <a:solidFill>
            <a:srgbClr val="EF44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355848" y="2971800"/>
            <a:ext cx="2359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Malware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3355848" y="3337560"/>
            <a:ext cx="23591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Malware families,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capabilities, kill-chain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5989320" y="2834640"/>
            <a:ext cx="2651760" cy="138988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5989320" y="2834640"/>
            <a:ext cx="109728" cy="1389888"/>
          </a:xfrm>
          <a:prstGeom prst="rect">
            <a:avLst/>
          </a:prstGeom>
          <a:solidFill>
            <a:srgbClr val="06B6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190488" y="2971800"/>
            <a:ext cx="2359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Relationship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190488" y="3337560"/>
            <a:ext cx="23591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Links: indicates · uses · targets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Bidirectional STIX graph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 + Export Pipelines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22960"/>
            <a:ext cx="4023360" cy="32004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" y="82296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 PIPELINE  (pull from platforms)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20040" y="1234440"/>
            <a:ext cx="1234440" cy="1691640"/>
          </a:xfrm>
          <a:prstGeom prst="rect">
            <a:avLst/>
          </a:prstGeom>
          <a:solidFill>
            <a:srgbClr val="162952"/>
          </a:solidFill>
          <a:ln w="19050">
            <a:solidFill>
              <a:srgbClr val="0891B2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93192" y="1325880"/>
            <a:ext cx="1088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SourceReader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93192" y="1627632"/>
            <a:ext cx="10881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reader types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TAXII · CSV · STIX · Syslog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RSS · Email · Splunk · Elastic…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1691640" y="1234440"/>
            <a:ext cx="1234440" cy="1691640"/>
          </a:xfrm>
          <a:prstGeom prst="rect">
            <a:avLst/>
          </a:prstGeom>
          <a:solidFill>
            <a:srgbClr val="162952"/>
          </a:solidFill>
          <a:ln w="190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1764792" y="1325880"/>
            <a:ext cx="1088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4D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RecordMapper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764792" y="1627632"/>
            <a:ext cx="10881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mapper types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FlatIOC · STIX · MISP · CEF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· NVD CVE · Feedly…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063240" y="1234440"/>
            <a:ext cx="1234440" cy="1691640"/>
          </a:xfrm>
          <a:prstGeom prst="rect">
            <a:avLst/>
          </a:prstGeom>
          <a:solidFill>
            <a:srgbClr val="162952"/>
          </a:solidFill>
          <a:ln w="19050">
            <a:solidFill>
              <a:srgbClr val="162952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136392" y="1325880"/>
            <a:ext cx="1088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2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Workspace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136392" y="1627632"/>
            <a:ext cx="10881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STIX ORM objects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dedup · confidence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x_target_sectors tag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800600" y="822960"/>
            <a:ext cx="4023360" cy="32004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00600" y="82296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PIPELINE  (push to destinations)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800600" y="1234440"/>
            <a:ext cx="1234440" cy="1691640"/>
          </a:xfrm>
          <a:prstGeom prst="rect">
            <a:avLst/>
          </a:prstGeom>
          <a:solidFill>
            <a:srgbClr val="162952"/>
          </a:solidFill>
          <a:ln w="19050">
            <a:solidFill>
              <a:srgbClr val="0891B2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73752" y="1325880"/>
            <a:ext cx="1088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ExportFilter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73752" y="1627632"/>
            <a:ext cx="10881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TypeFilter · ConfidenceFilter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TLPFilter · SectorFilter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IOCTypeFilter · LimitFilter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172200" y="1234440"/>
            <a:ext cx="1234440" cy="1691640"/>
          </a:xfrm>
          <a:prstGeom prst="rect">
            <a:avLst/>
          </a:prstGeom>
          <a:solidFill>
            <a:srgbClr val="162952"/>
          </a:solidFill>
          <a:ln w="190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245352" y="1325880"/>
            <a:ext cx="1088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4D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ExportTransform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245352" y="1627632"/>
            <a:ext cx="10881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EDLTransform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NetskopeCETransform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STIXBundle · CSV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7543800" y="1234440"/>
            <a:ext cx="1234440" cy="1691640"/>
          </a:xfrm>
          <a:prstGeom prst="rect">
            <a:avLst/>
          </a:prstGeom>
          <a:solidFill>
            <a:srgbClr val="162952"/>
          </a:solidFill>
          <a:ln w="19050">
            <a:solidFill>
              <a:srgbClr val="162952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7616952" y="1325880"/>
            <a:ext cx="1088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2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616952" y="1627632"/>
            <a:ext cx="10881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FileDelivery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EDLServer (HTTP)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PlatformDelivery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MultiDelivery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320040" y="3063240"/>
            <a:ext cx="8503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example: ThreatQ → GNAT → Netskope CE (FQDN + URL + SHA256 every 15 min) → Tenant lists → Palo Alto EDLs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320040" y="3520440"/>
            <a:ext cx="8503920" cy="1261872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48056" y="3611880"/>
            <a:ext cx="824788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 = (ExportPipeline("tq-to-netskope")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.read_from(workspace)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.filter_with(TypeFilter("indicator")).filter_with(ConfidenceFilter(70))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.transform_with(NetskopeCETransform(source_label="ThreatQ", ioc_types=["domain","url","sha256"]))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.deliver_to(PlatformDelivery(netskope_client))).run()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Scheduling — One Scheduler, All Jobs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68680"/>
            <a:ext cx="1965960" cy="123444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68680"/>
            <a:ext cx="1965960" cy="7315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9768" y="996696"/>
            <a:ext cx="17465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FeedJob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29768" y="1289304"/>
            <a:ext cx="1746504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Declarative job type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class for all scheduled work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423160" y="868680"/>
            <a:ext cx="1965960" cy="123444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423160" y="868680"/>
            <a:ext cx="1965960" cy="73152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32888" y="996696"/>
            <a:ext cx="17465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FeedScheduler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532888" y="1289304"/>
            <a:ext cx="1746504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Thread-safe scheduler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all job types together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26280" y="868680"/>
            <a:ext cx="1965960" cy="123444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26280" y="868680"/>
            <a:ext cx="1965960" cy="7315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36008" y="996696"/>
            <a:ext cx="17465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ExportJob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636008" y="1289304"/>
            <a:ext cx="1746504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Scheduled EDL / CE export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Extends FeedJob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629400" y="868680"/>
            <a:ext cx="2240280" cy="123444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868680"/>
            <a:ext cx="2240280" cy="73152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39128" y="996696"/>
            <a:ext cx="2020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ReportJob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739128" y="1289304"/>
            <a:ext cx="2020824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Scheduled PDF/DOCX report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On-success delivery hook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20040" y="2212848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job type extends FeedJob and runs in the same FeedScheduler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320040" y="2633472"/>
            <a:ext cx="4069080" cy="54864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" y="2633472"/>
            <a:ext cx="73152" cy="54864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4632" y="2688336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Drift-corrected timing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84632" y="2907792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Hourly jobs stay hourly even when runs take 5 min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617720" y="2633472"/>
            <a:ext cx="4069080" cy="54864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17720" y="2633472"/>
            <a:ext cx="73152" cy="54864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82312" y="2688336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Overlap protection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782312" y="2907792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 or queue policy — never two runs of the same job simultaneously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20040" y="3291840"/>
            <a:ext cx="4069080" cy="54864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0040" y="3291840"/>
            <a:ext cx="73152" cy="54864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4632" y="3346704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ctx.last_success_iso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84632" y="3566160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Incremental ingestion: readers receive the last success timestamp automatically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617720" y="3291840"/>
            <a:ext cx="4069080" cy="54864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617720" y="3291840"/>
            <a:ext cx="73152" cy="54864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782312" y="3346704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On-success / on-failure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782312" y="3566160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Callbacks for alerting, logging, and downstream triggers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0040" y="3950208"/>
            <a:ext cx="4069080" cy="54864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0040" y="3950208"/>
            <a:ext cx="73152" cy="54864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4632" y="4005072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APScheduler / Celery adapters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484632" y="4224528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jobs to external schedulers for teams with existing infrastructure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617720" y="3950208"/>
            <a:ext cx="4069080" cy="54864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617720" y="3950208"/>
            <a:ext cx="73152" cy="54864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782312" y="4005072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to_cron_lines()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782312" y="4224528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crontab entries for simple server deployments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 — Multi-LLM Threat Research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68680"/>
            <a:ext cx="2651760" cy="214884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68680"/>
            <a:ext cx="2651760" cy="47548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9768" y="905256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ResearchAgent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29768" y="1161288"/>
            <a:ext cx="24323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SourceReader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29768" y="1481328"/>
            <a:ext cx="243230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Topic-driven: synthesise research on threat actors, CVEs, campaigns.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Feed-driven: monitor sources for new threat content.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Backed by LLMClient (Claude / OpenAI / Grok / Gemini).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154680" y="868680"/>
            <a:ext cx="2651760" cy="214884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154680" y="868680"/>
            <a:ext cx="2651760" cy="47548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64408" y="905256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ParsingAgent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264408" y="1161288"/>
            <a:ext cx="24323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RecordMapper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264408" y="1481328"/>
            <a:ext cx="243230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structured STIX from any unstructured text.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Flexible: IOCs + TTPs + actors + CVEs — whatever is present.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output capped at confidence ≤ 60, tagged x_source_type=ai_extracted.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989320" y="868680"/>
            <a:ext cx="2651760" cy="214884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989320" y="868680"/>
            <a:ext cx="2651760" cy="475488"/>
          </a:xfrm>
          <a:prstGeom prst="rect">
            <a:avLst/>
          </a:prstGeom>
          <a:solidFill>
            <a:srgbClr val="06B6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99048" y="905256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LLMClient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099048" y="1161288"/>
            <a:ext cx="24323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Multi-LLM Facade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099048" y="1481328"/>
            <a:ext cx="243230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interface for Claude, OpenAI, Grok (xAI), and Gemini.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provider fallback on errors or rate limits.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Configured via [claude] / [openai] / [grok] / [gemini] INI sections.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by ResearchAgent, ParsingAgent, and ReportDraftingAssistant.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20040" y="3090672"/>
            <a:ext cx="8503920" cy="475488"/>
          </a:xfrm>
          <a:prstGeom prst="rect">
            <a:avLst/>
          </a:prstGeom>
          <a:solidFill>
            <a:srgbClr val="16295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2920" y="3145536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⛶  WorkflowEngine — Sequential DAG Orchestration (v1.4+)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02920" y="3328416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Pre-built: PhishingTriage · IncidentResponse · Custom DAGs with on_success / on_failure routing · cycle detection · elapsed timing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20040" y="3657600"/>
            <a:ext cx="8503920" cy="713232"/>
          </a:xfrm>
          <a:prstGeom prst="rect">
            <a:avLst/>
          </a:prstGeom>
          <a:solidFill>
            <a:srgbClr val="162952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2920" y="3721608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AI Trust Model · CopilotReader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02920" y="393192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confidence_ceiling = 60 (configurable) prevents AI-extracted intel from reaching EDLs without analyst review. All AI objects tagged x_source_type='ai_extracted'. Export pipelines default to ConfidenceFilter(min=70), which excludes AI intel until promoted. CopilotReader queries Microsoft Copilot via DirectLine (SharePoint, mailboxes, Teams) and feeds output directly into ParsingAgent.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Language Query Interface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22960"/>
            <a:ext cx="4160520" cy="233172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22960"/>
            <a:ext cx="4160520" cy="34747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9768" y="859536"/>
            <a:ext cx="3941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NLPQueryEngine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8912" y="1298448"/>
            <a:ext cx="3913632" cy="74980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1353312"/>
            <a:ext cx="3694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BuiltinParser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48640" y="1572768"/>
            <a:ext cx="36941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Rule-based extraction — zero extra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dependencies. Regex + keyword rules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entities, IOC types, time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ranges, and platform filters.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438912" y="2167128"/>
            <a:ext cx="3913632" cy="74980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2221992"/>
            <a:ext cx="3694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ClaudeParser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48640" y="2441448"/>
            <a:ext cx="36941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API structured extraction.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the same QuerySpec as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builtin backend. Configured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[nlp] backend = claude.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29768" y="3044952"/>
            <a:ext cx="3941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 via [nlp] section in gnat.ini · backend = builtin | claude · CLI: gnat nlq "..."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4663440" y="822960"/>
            <a:ext cx="4160520" cy="233172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663440" y="822960"/>
            <a:ext cx="4160520" cy="347472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73168" y="859536"/>
            <a:ext cx="3941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QuerySpec (internal dataclass)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773168" y="1261872"/>
            <a:ext cx="3931920" cy="1783080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901184" y="1353312"/>
            <a:ext cx="367588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@dataclass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QuerySpec: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entities:   list[str]        # APT-128, Cobalt Strike...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ioc_types:  list[str]        # ip, domain, hash...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since:      datetime | None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until:      datetime | None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platforms:  list[str]        # connectors to query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limit:      int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320040" y="3337560"/>
            <a:ext cx="8503920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48056" y="3429000"/>
            <a:ext cx="8247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results = client.natural_language_query(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"Get all IPs associated with Lazarus Group in the last 30 days"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 # → list[STIXBase] dispatched to all configured connectors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Library — Shared Team Knowledge Base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68680"/>
            <a:ext cx="5029200" cy="777240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932688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WORKSPACES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207008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Analyst-owned · Active investigation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20040" y="1828800"/>
            <a:ext cx="5029200" cy="77724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892808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STAGING  (_gnat_staging)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02920" y="2167128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lib.promote(ws, topic, researcher, note='...')  —  anyone can write, nothing auto-promotes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20040" y="2788920"/>
            <a:ext cx="5029200" cy="77724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2852928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LIBRARY  (_gnat_library)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3127248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Curated · Read-only to analysts · CurationJob every 4h · deduplication · TTL enforcement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834640" y="1655064"/>
            <a:ext cx="0" cy="164592"/>
          </a:xfrm>
          <a:prstGeom prst="line">
            <a:avLst/>
          </a:prstGeom>
          <a:noFill/>
          <a:ln w="19050">
            <a:solidFill>
              <a:srgbClr val="0891B2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2834640" y="2615184"/>
            <a:ext cx="0" cy="164592"/>
          </a:xfrm>
          <a:prstGeom prst="line">
            <a:avLst/>
          </a:prstGeom>
          <a:noFill/>
          <a:ln w="19050">
            <a:solidFill>
              <a:srgbClr val="0891B2"/>
            </a:solidFill>
            <a:prstDash val="solid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5577840" y="84124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TTL by Category</a:t>
            </a:r>
            <a:endParaRPr lang="en-US" sz="11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170432"/>
          <a:ext cx="3246120" cy="2011680"/>
        </p:xfrm>
        <a:graphic>
          <a:graphicData uri="http://schemas.openxmlformats.org/drawingml/2006/table">
            <a:tbl>
              <a:tblPr/>
              <a:tblGrid>
                <a:gridCol w="1005840"/>
                <a:gridCol w="868680"/>
                <a:gridCol w="1371600"/>
              </a:tblGrid>
              <a:tr h="335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91B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 TTL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91B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Rationale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91B2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F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indicator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F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 hours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F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IOCs rotate quickly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52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F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vulnerability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F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 hours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F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Exploitability changes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52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F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campaign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F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 days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F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Evolves over weeks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52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F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threat_actor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F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days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F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Slow-changing TTPs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52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F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other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F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 days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F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Conservative fallback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52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320040" y="3913632"/>
            <a:ext cx="8503920" cy="658368"/>
          </a:xfrm>
          <a:prstGeom prst="rect">
            <a:avLst/>
          </a:prstGeom>
          <a:solidFill>
            <a:srgbClr val="162952"/>
          </a:solidFill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checks lib.is_fresh("APT29") before running ResearchAgent. After review, promotes to staging with an analyst note. CurationJob deduplicates and promotes to library.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Report Generation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68680"/>
            <a:ext cx="2651760" cy="246888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68680"/>
            <a:ext cx="2651760" cy="41148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9768" y="905256"/>
            <a:ext cx="24323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Intel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29768" y="1389888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Schedule: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325880" y="1389888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06:00 daily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29768" y="181051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Mode: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325880" y="1810512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Assisted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29768" y="2231136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Audience: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325880" y="2231136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 analysts / shift handoff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29768" y="265176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Formats: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325880" y="2651760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· HTML · Markdown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154680" y="868680"/>
            <a:ext cx="2651760" cy="246888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154680" y="868680"/>
            <a:ext cx="2651760" cy="41148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64408" y="905256"/>
            <a:ext cx="24323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264408" y="1389888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Schedule: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160520" y="1389888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264408" y="181051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Mode: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160520" y="1810512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Assisted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264408" y="2231136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Audience: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160520" y="2231136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leads / analysts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264408" y="265176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Formats: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160520" y="2651760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· HTML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989320" y="868680"/>
            <a:ext cx="2651760" cy="246888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5989320" y="868680"/>
            <a:ext cx="2651760" cy="411480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099048" y="905256"/>
            <a:ext cx="24323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Yearly Intel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99048" y="1389888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Schedule: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6995160" y="1389888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/ manual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099048" y="181051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Mode: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995160" y="1810512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099048" y="2231136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Audience: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995160" y="2231136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/ compliance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099048" y="265176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Formats: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6995160" y="2651760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· DOCX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320040" y="345643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Generation pipeline: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20040" y="3794760"/>
            <a:ext cx="1874520" cy="73152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93192" y="3840480"/>
            <a:ext cx="17282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DataAggregator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(no AI)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2468880" y="3794760"/>
            <a:ext cx="1874520" cy="73152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542032" y="3840480"/>
            <a:ext cx="17282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ReportSynthesizer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(one call/section)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4617720" y="3794760"/>
            <a:ext cx="1874520" cy="73152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690872" y="3840480"/>
            <a:ext cx="17282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Renderers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MD/HTML/PDF/DOCX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6766560" y="3794760"/>
            <a:ext cx="1874520" cy="73152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839712" y="3840480"/>
            <a:ext cx="17282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+ SharePoint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2212848" y="4160520"/>
            <a:ext cx="237744" cy="0"/>
          </a:xfrm>
          <a:prstGeom prst="line">
            <a:avLst/>
          </a:prstGeom>
          <a:noFill/>
          <a:ln w="19050">
            <a:solidFill>
              <a:srgbClr val="0891B2"/>
            </a:solidFill>
            <a:prstDash val="solid"/>
            <a:tailEnd type="triangle"/>
          </a:ln>
        </p:spPr>
      </p:sp>
      <p:sp>
        <p:nvSpPr>
          <p:cNvPr id="48" name="Shape 46"/>
          <p:cNvSpPr/>
          <p:nvPr/>
        </p:nvSpPr>
        <p:spPr>
          <a:xfrm>
            <a:off x="4361688" y="4160520"/>
            <a:ext cx="237744" cy="0"/>
          </a:xfrm>
          <a:prstGeom prst="line">
            <a:avLst/>
          </a:prstGeom>
          <a:noFill/>
          <a:ln w="19050">
            <a:solidFill>
              <a:srgbClr val="0891B2"/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>
            <a:off x="6510528" y="4160520"/>
            <a:ext cx="237744" cy="0"/>
          </a:xfrm>
          <a:prstGeom prst="line">
            <a:avLst/>
          </a:prstGeom>
          <a:noFill/>
          <a:ln w="19050">
            <a:solidFill>
              <a:srgbClr val="0891B2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Targeting Intelligence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65760" y="82296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x_target_sectors — canonical cross-platform sector field, normalized from all connectors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0040" y="1280160"/>
            <a:ext cx="2560320" cy="18288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280160"/>
            <a:ext cx="2560320" cy="34747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9768" y="1316736"/>
            <a:ext cx="2340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(default)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29768" y="1737360"/>
            <a:ext cx="23408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 objects tagged with at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 one listed sector.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Untagged objects also pass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(non-strict mode).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063240" y="1280160"/>
            <a:ext cx="2560320" cy="18288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063240" y="1280160"/>
            <a:ext cx="2560320" cy="347472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172968" y="1316736"/>
            <a:ext cx="2340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172968" y="1737360"/>
            <a:ext cx="23408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 all listed sectors to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present on the object.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Strict: only tagged objects.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806440" y="1280160"/>
            <a:ext cx="2560320" cy="18288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806440" y="1280160"/>
            <a:ext cx="2560320" cy="347472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16168" y="1316736"/>
            <a:ext cx="2340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strict=True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16168" y="1737360"/>
            <a:ext cx="23408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Exclude untagged objects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entirely. Only explicitly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tagged objects are included.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20040" y="3246120"/>
            <a:ext cx="8503920" cy="1536192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8056" y="3337560"/>
            <a:ext cx="824788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[sector_aliases]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healthcare = Healthcare, Health, Medical, H-ISAC, Hospitals and Health Centers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financial  = Financial Services, Finance, Banking, FS-ISAC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energy     = Energy, Electric, Oil and Gas, E-ISAC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SectorFilter expands aliases so 'health' matches 'Healthcare' from ThreatQ and 'Health' from RF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Sidecar — Solr Full-Text Search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65760" y="82296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STIX object indexed in Solr 9.x — search across all connectors simultaneously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74320" y="1325880"/>
            <a:ext cx="2743200" cy="16002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1325880"/>
            <a:ext cx="2743200" cy="7315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4630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GNATIndexer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173736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gnat/search/index.py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365760" y="196596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Add/update/delete Solr documents. Batch indexing with configurable batch_size. Field-mapped from STIX objects.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154680" y="1325880"/>
            <a:ext cx="2743200" cy="16002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154680" y="1325880"/>
            <a:ext cx="2743200" cy="73152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46120" y="14630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SearchMixin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246120" y="173736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gnat/search/mixin.py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3246120" y="196596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Drop-in connector mixin. Auto-indexes on upsert_object() calls. Zero code change to existing connectors.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035040" y="1325880"/>
            <a:ext cx="2743200" cy="16002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035040" y="1325880"/>
            <a:ext cx="2743200" cy="73152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26480" y="14630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ORM Integration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126480" y="173736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gnat/search/orm_with_mixin.py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6126480" y="196596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SearchMixin-enhanced STIX objects. Transparent to existing ORM code.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74320" y="3108960"/>
            <a:ext cx="2743200" cy="16002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274320" y="3108960"/>
            <a:ext cx="2743200" cy="73152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461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Patch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65760" y="352044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gnat/search/pipeline_patch.py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365760" y="374904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Patches IngestPipeline to route records through Solr indexer post-map.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154680" y="3108960"/>
            <a:ext cx="2743200" cy="16002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154680" y="3108960"/>
            <a:ext cx="2743200" cy="73152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246120" y="32461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Library Patch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246120" y="352044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gnat/search/library_patch.py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3246120" y="374904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ResearchLibrary search-backed lookups. Cross-source correlation at query time.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6035040" y="3108960"/>
            <a:ext cx="2743200" cy="16002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035040" y="3108960"/>
            <a:ext cx="2743200" cy="7315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126480" y="32461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Solr Schema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126480" y="352044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solr_schema_gnat.xml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6126480" y="374904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Solr 9.x schema for GNAT fields: type, value, confidence, x_target_sectors, tlp, source, timestamp.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274320" y="4663440"/>
            <a:ext cx="8595360" cy="347472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700016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 via [search] in gnat.ini  ·  solr_url = http://localhost:8983/solr/gnat  ·  enabled = true  ·  Grafana dashboards via gnat viz serve --with-solr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TAXII 2.1 Server &amp; STIX Pattern Validator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22960"/>
            <a:ext cx="4160520" cy="404164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22960"/>
            <a:ext cx="4160520" cy="38404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9768" y="859536"/>
            <a:ext cx="3941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TAXII 2.1 Server — Full Read + Write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29768" y="1280160"/>
            <a:ext cx="39410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GNAT workspace is exposed as a TAXII 2.1 collection. Full protocol compliance including write endpoints.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29768" y="1691640"/>
            <a:ext cx="3941064" cy="1874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 /taxii2/  —  Discovery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 /taxii2/roots/gnat/collections/  —  List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 /taxii2/.../objects/  —  Paginated bundle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/taxii2/.../objects/  —  Ingest bundle (WRITE_TAXII permission)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 /taxii2/.../objects/{id}  —  Soft-delete by STIX ID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 /taxii2/.../manifest/  —  Object manifest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 /taxii2/.../objects/{oid}/versions/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29768" y="3657600"/>
            <a:ext cx="3941064" cy="438912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57784" y="3749040"/>
            <a:ext cx="3685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taxii --port 8090 --api-key s3cr3t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taxii --title "Acme TAXII" --port 9000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429768" y="4160520"/>
            <a:ext cx="3941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Requires gnat[serve]  ·  56 unit tests  ·  TLP:AMBER + RED collections allow write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4663440" y="822960"/>
            <a:ext cx="4160520" cy="404164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663440" y="822960"/>
            <a:ext cx="4160520" cy="38404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73168" y="859536"/>
            <a:ext cx="3941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STIX 2.1 Pattern Validator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773168" y="1280160"/>
            <a:ext cx="39410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Two-tier validator. Tier 1: pure-Python recursive descent (zero deps). Tier 2: stix2-patterns ANTLR grammar.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773168" y="1773936"/>
            <a:ext cx="3941064" cy="1325880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901184" y="1865376"/>
            <a:ext cx="36850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gnat.stix import validate_pattern, PatternValidationError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 = validate_pattern("[ipv4-addr:value = '1.2.3.4']")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assert result.valid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ORM opt-in validation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Indicator(pattern="[domain-name:value = 'evil.com']", validate=True)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4773168" y="3163824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CLI: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773168" y="3364992"/>
            <a:ext cx="3941064" cy="658368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01184" y="3456432"/>
            <a:ext cx="36850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validate pattern "[ipv4-addr:value = '1.2.3.4']"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validate bundle indicators.json --strict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773168" y="4087368"/>
            <a:ext cx="3941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Requires gnat[stix-validate] for tier 2  ·  87 unit tests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 Capability Reflection &amp; Health Monitoring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22960"/>
            <a:ext cx="4160520" cy="404164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22960"/>
            <a:ext cx="4160520" cy="38404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9768" y="859536"/>
            <a:ext cx="3941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Capability Reflection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29768" y="1280160"/>
            <a:ext cx="39410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Introspect any connector's methods at runtime. Safe guarded dispatch prevents unintended writes.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29768" y="1764792"/>
            <a:ext cx="3941064" cy="1325880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57784" y="1856232"/>
            <a:ext cx="36850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caps = client.capabilities()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[{name, signature, doc, type: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'auth|read|write|helper',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platform_specific: bool}, ...]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Guarded dispatch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client.call("list_objects", stix_type="indicator")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client.call("upsert", obj, allow_write=True)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29768" y="315468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CLI: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29768" y="3364992"/>
            <a:ext cx="3941064" cy="658368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57784" y="3456432"/>
            <a:ext cx="36850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client capabilities --platform threatq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client call --platform splunk --method list_objects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29768" y="4087368"/>
            <a:ext cx="3941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 unit tests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4663440" y="822960"/>
            <a:ext cx="4160520" cy="404164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663440" y="822960"/>
            <a:ext cx="4160520" cy="38404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73168" y="859536"/>
            <a:ext cx="3941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 Health + Drift Monitor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773168" y="1298448"/>
            <a:ext cx="3941064" cy="2240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ConnectorHealthJob — FeedJob subclass, periodic health checks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 health_check() on all configured connectors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SchemaSnapshot: samples list_objects(limit=1) and stores field fingerprint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DriftReport: alerts when changed fields exceed drift_threshold (default 20%)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 webhook or email alerts on drift detection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 health check  /  gnat health baseline  CLI subcommands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773168" y="3611880"/>
            <a:ext cx="3941064" cy="658368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901184" y="3703320"/>
            <a:ext cx="36850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[health_monitor]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enabled          = true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interval_minutes = 60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alert_webhook    = https://hooks.slack.com/...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drift_threshold  = 0.2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4773168" y="4334256"/>
            <a:ext cx="3941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 unit tests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Terminal UI &amp; Web Dashboard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22960"/>
            <a:ext cx="4160520" cy="404164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22960"/>
            <a:ext cx="4160520" cy="38404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9768" y="859536"/>
            <a:ext cx="3941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Terminal UI (Textual)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29768" y="1280160"/>
            <a:ext cx="39410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over SSH — no browser, no display server required. Modern TUI built on Textual.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29768" y="1773936"/>
            <a:ext cx="3913632" cy="347472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182880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 Query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691640" y="182880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NLP search bar + scrollable STIX results table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429768" y="2176272"/>
            <a:ext cx="3913632" cy="347472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2231136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F2  Library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691640" y="2231136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Library browser · promote (Ctrl+P) / reject (Ctrl+X)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429768" y="2578608"/>
            <a:ext cx="3913632" cy="347472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2633472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F3  Scheduler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691640" y="263347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job status · manual trigger with Ctrl+T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29768" y="2980944"/>
            <a:ext cx="3913632" cy="347472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303580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F4  Reports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691640" y="303580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PDF/HTML/DOCX browser · open in browser (Ctrl+O)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429768" y="3383280"/>
            <a:ext cx="3913632" cy="34747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3438144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F5  Investigations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691640" y="3438144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 browser · status transitions · Ctrl+N new · Ctrl+R refresh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429768" y="3785616"/>
            <a:ext cx="3913632" cy="34747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48640" y="384048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F6  Review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691640" y="384048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Intel Review Queue · Approve/Reject/Modify with confidence override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429768" y="4261104"/>
            <a:ext cx="3941064" cy="347472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57784" y="4352544"/>
            <a:ext cx="36850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tui           # launch dashboard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tui review    # start on review screen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429768" y="4663440"/>
            <a:ext cx="3941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 install "gnat[tui]"  ·  F1–F6 screens  ·  38 unit tests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4663440" y="822960"/>
            <a:ext cx="4160520" cy="404164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663440" y="822960"/>
            <a:ext cx="4160520" cy="38404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773168" y="859536"/>
            <a:ext cx="3941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Dashboard (FastAPI)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773168" y="1280160"/>
            <a:ext cx="39410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Browser-based dashboard for server deployments. X-Api-Key auth, rate-limited 100 req/min.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4773168" y="1773936"/>
            <a:ext cx="3913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GET/POST /api/library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4773168" y="1975104"/>
            <a:ext cx="3913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Library search, promote, reject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4773168" y="2304288"/>
            <a:ext cx="3913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/api/reports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4773168" y="2505456"/>
            <a:ext cx="3913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 reports; serve HTML inline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4773168" y="2834640"/>
            <a:ext cx="3913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GET/POST /api/scheduler/jobs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4773168" y="3035808"/>
            <a:ext cx="3913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status + manual trigger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4773168" y="3364992"/>
            <a:ext cx="3913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/health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4773168" y="3566160"/>
            <a:ext cx="3913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Unauthenticated liveness check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4773168" y="3895344"/>
            <a:ext cx="3913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4773168" y="4096512"/>
            <a:ext cx="3913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Single-page dashboard (dark, no build step)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4773168" y="4434840"/>
            <a:ext cx="3941064" cy="3200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901184" y="4526280"/>
            <a:ext cx="3685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serve --port 8088 --api-key $(openssl rand -hex 16)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4773168" y="4809744"/>
            <a:ext cx="3941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 install "gnat[serve]"  ·  Bind 127.0.0.1 by default  ·  54 unit tests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XSOAR Content Pack Generator &amp; Contribution Pipeline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22960"/>
            <a:ext cx="4160520" cy="404164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22960"/>
            <a:ext cx="4160520" cy="38404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9768" y="859536"/>
            <a:ext cx="3941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XSOAR Content Pack Generator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29768" y="1280160"/>
            <a:ext cx="39410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Introspects any registered connector via capabilities() and generates a valid XSOAR 6 content pack zip.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29768" y="1773936"/>
            <a:ext cx="3941064" cy="1965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pack_metadata.json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Integrations/&lt;Name&gt;/&lt;Name&gt;.yml  —  XSOAR command defs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Integrations/&lt;Name&gt;/&lt;Name&gt;.py  —  Python bridge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ReleaseNotes/&lt;ver&gt;.md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methods flagged dangerous: true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type auto-detected from constructor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29768" y="3611880"/>
            <a:ext cx="3941064" cy="10058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57784" y="3703320"/>
            <a:ext cx="3685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codegen xsoar     --connector threatq --output ./packs/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codegen openapi   --spec api.yaml --name myplatform --ai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codegen tests     --connector crowdstrike --overwrite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codegen register  --scan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codegen config-docs --dry-run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429768" y="4681728"/>
            <a:ext cx="3941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xsoar: 40 tests  ·  openapi + tests + register + config-docs: new in v1.5  ·  --ai: Claude-powered implementations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4663440" y="822960"/>
            <a:ext cx="4160520" cy="404164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663440" y="822960"/>
            <a:ext cx="4160520" cy="38404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73168" y="859536"/>
            <a:ext cx="3941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Upstream Contribution Pipeline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773168" y="1280160"/>
            <a:ext cx="39410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Packages a connector as a draft GitHub PR through a 7-step compliance gate.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773168" y="1773936"/>
            <a:ext cx="3941064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Enabled guard (opt-in only)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Connector exists in CLIENT_REGISTRY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ComplianceMatrix: all 8 methods + test file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Full test suite — aborts on failure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Branch: contribute/{platform}-{timestamp}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Commit + push to fork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Draft PR via GitHub REST API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773168" y="3858768"/>
            <a:ext cx="3941064" cy="5486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901184" y="3950208"/>
            <a:ext cx="3685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contribute --connector myplatform --message "Add..."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contribute --connector myplatform --dry-run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4773168" y="4471416"/>
            <a:ext cx="3941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draft_pr = true is hardcoded — always requires human review  ·  47 unit tests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&amp; Containerization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04672"/>
            <a:ext cx="5349240" cy="4005072"/>
          </a:xfrm>
          <a:prstGeom prst="rect">
            <a:avLst/>
          </a:prstGeom>
          <a:solidFill>
            <a:srgbClr val="162952"/>
          </a:solidFill>
          <a:ln w="1270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04672"/>
            <a:ext cx="5349240" cy="347472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841248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docker-compose.yml  —  Production Stack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261872"/>
            <a:ext cx="5074920" cy="566928"/>
          </a:xfrm>
          <a:prstGeom prst="rect">
            <a:avLst/>
          </a:prstGeom>
          <a:solidFill>
            <a:srgbClr val="1E293B"/>
          </a:solidFill>
          <a:ln w="6350">
            <a:solidFill>
              <a:srgbClr val="0891B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261872"/>
            <a:ext cx="73152" cy="56692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316736"/>
            <a:ext cx="4709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gnat-scheduler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640080" y="1536192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FeedScheduler: ingest, export, AI research,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curation, and report jobs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457200" y="1920240"/>
            <a:ext cx="5074920" cy="566928"/>
          </a:xfrm>
          <a:prstGeom prst="rect">
            <a:avLst/>
          </a:prstGeom>
          <a:solidFill>
            <a:srgbClr val="1E293B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1920240"/>
            <a:ext cx="73152" cy="56692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1975104"/>
            <a:ext cx="4709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gnat-edl  :8080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640080" y="2194560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EDL server: serves indicator files to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firewalls. Survives scheduler restart.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57200" y="2578608"/>
            <a:ext cx="5074920" cy="566928"/>
          </a:xfrm>
          <a:prstGeom prst="rect">
            <a:avLst/>
          </a:prstGeom>
          <a:solidFill>
            <a:srgbClr val="1E293B"/>
          </a:solidFill>
          <a:ln w="6350">
            <a:solidFill>
              <a:srgbClr val="16295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200" y="2578608"/>
            <a:ext cx="73152" cy="56692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2633472"/>
            <a:ext cx="4709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gnat-monitor  :8090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640080" y="2852928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endpoint: GET /status → JSON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Monitor / Grafana ping check.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57200" y="3236976"/>
            <a:ext cx="5074920" cy="566928"/>
          </a:xfrm>
          <a:prstGeom prst="rect">
            <a:avLst/>
          </a:prstGeom>
          <a:solidFill>
            <a:srgbClr val="1E293B"/>
          </a:solidFill>
          <a:ln w="6350">
            <a:solidFill>
              <a:srgbClr val="0891B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7200" y="3236976"/>
            <a:ext cx="73152" cy="56692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3291840"/>
            <a:ext cx="4709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solr (profile: search)  :8983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640080" y="3511296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Solr search index for GNAT sidecar.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457200" y="3895344"/>
            <a:ext cx="5074920" cy="566928"/>
          </a:xfrm>
          <a:prstGeom prst="rect">
            <a:avLst/>
          </a:prstGeom>
          <a:solidFill>
            <a:srgbClr val="1E293B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7200" y="3895344"/>
            <a:ext cx="73152" cy="56692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3950208"/>
            <a:ext cx="4709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grafana (profile: monitoring)  :3000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640080" y="4169664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Grafana dashboards for Solr + GNAT data.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457200" y="4572000"/>
            <a:ext cx="5074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volume: gnat-workspace  ·  .env.example → .env  ·  make docker-build / docker-up / docker-logs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5806440" y="804672"/>
            <a:ext cx="3017520" cy="187452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5806440" y="804672"/>
            <a:ext cx="3017520" cy="34747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16168" y="841248"/>
            <a:ext cx="2798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Code DevContainer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916168" y="1225296"/>
            <a:ext cx="279806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.devcontainer/devcontainer.json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Rust toolchain + Docker-in-Docker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Ruff extension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Codespaces ready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806440" y="2816352"/>
            <a:ext cx="3017520" cy="1993392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5806440" y="2816352"/>
            <a:ext cx="3017520" cy="347472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916168" y="2852928"/>
            <a:ext cx="2798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Test Harness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916168" y="3236976"/>
            <a:ext cx="279806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Elasticsearch 8.13.4 + Solr 9.6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Non-conflicting ports (19200, 18983)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@pytest.mark.docker marker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TAXII + 14 Elastic + 14 Solr tests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test-docker  (up → run → down)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Multi-Tenant Workspace Isolation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65760" y="82296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Transparent namespace prefixing — no schema migration — works with SQLite and FlatFile stores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20040" y="1234440"/>
            <a:ext cx="5486400" cy="2331720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48056" y="1325880"/>
            <a:ext cx="523036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gnat.context import WorkspaceManager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manager = WorkspaceManager.default()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acme = manager.for_tenant("acme")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ws   = acme.create("apt28-investigation")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stored as: "acme::apt28-investigation"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beta = manager.for_tenant("beta")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ws2  = beta.create("apt28-investigation")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stored as: "beta::apt28-investigation"  (no collision)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5989320" y="1234440"/>
            <a:ext cx="2834640" cy="233172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989320" y="1234440"/>
            <a:ext cx="2834640" cy="34747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099048" y="1271016"/>
            <a:ext cx="2615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TenantRegistry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099048" y="1664208"/>
            <a:ext cx="2615184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workspaces → "default" tenant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per-tenant config_path in INI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list() scoped to tenant namespace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WorkspaceManager.for_tenant(id)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 unit tests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65760" y="365760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CLI: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20040" y="3886200"/>
            <a:ext cx="8503920" cy="841248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48056" y="3977640"/>
            <a:ext cx="82478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tenant list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tenant create acme --display-name "Acme Corp" --config /etc/gnat/acme.ini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tenant workspaces acme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tenant delete acme --yes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Deployment: Single Azure VM, Three Services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04672"/>
            <a:ext cx="5577840" cy="4005072"/>
          </a:xfrm>
          <a:prstGeom prst="rect">
            <a:avLst/>
          </a:prstGeom>
          <a:solidFill>
            <a:srgbClr val="162952"/>
          </a:solidFill>
          <a:ln w="1270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04672"/>
            <a:ext cx="5577840" cy="347472"/>
          </a:xfrm>
          <a:prstGeom prst="rect">
            <a:avLst/>
          </a:prstGeom>
          <a:solidFill>
            <a:srgbClr val="162952"/>
          </a:solidFill>
          <a:ln w="12700">
            <a:solidFill>
              <a:srgbClr val="1E4D8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0040" y="804672"/>
            <a:ext cx="5577840" cy="347472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84124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VM B2s  (2 vCPU · 4 GB · ~$50/month)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1280160"/>
            <a:ext cx="5212080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1280160"/>
            <a:ext cx="91440" cy="82296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" y="1353312"/>
            <a:ext cx="4736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gnat-scheduler.service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58368" y="1627632"/>
            <a:ext cx="4736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FeedScheduler: ingest, export, AI research,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curation, and report jobs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200" y="2286000"/>
            <a:ext cx="5212080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1E4D8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7200" y="2286000"/>
            <a:ext cx="91440" cy="82296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" y="2359152"/>
            <a:ext cx="4736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gnat-edl.service  :8080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58368" y="2633472"/>
            <a:ext cx="4736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EDLServer: serves indicator files to firewalls.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— survives scheduler restart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3291840"/>
            <a:ext cx="5212080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16295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291840"/>
            <a:ext cx="91440" cy="822960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8368" y="3364992"/>
            <a:ext cx="4736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gnat-health.service  :8090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58368" y="3639312"/>
            <a:ext cx="4736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endpoint: GET /status → JSON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Monitor / Grafana ping check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57200" y="4370832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Storage: ~/.gnat/config.ini  ·  workspaces/  ·  /var/reports/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035040" y="804672"/>
            <a:ext cx="2788920" cy="4005072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035040" y="804672"/>
            <a:ext cx="2788920" cy="34747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172200" y="841248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Scale-out path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172200" y="1298448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100+ feeds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6172200" y="1536192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jobs → Azure Container Instances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172200" y="1956816"/>
            <a:ext cx="2514600" cy="0"/>
          </a:xfrm>
          <a:prstGeom prst="line">
            <a:avLst/>
          </a:prstGeom>
          <a:noFill/>
          <a:ln w="6350">
            <a:solidFill>
              <a:srgbClr val="1E4D8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172200" y="2103120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EDL SLA &lt; 5 min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172200" y="2340864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EDL server → dedicated B1s VM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172200" y="2761488"/>
            <a:ext cx="2514600" cy="0"/>
          </a:xfrm>
          <a:prstGeom prst="line">
            <a:avLst/>
          </a:prstGeom>
          <a:noFill/>
          <a:ln w="6350">
            <a:solidFill>
              <a:srgbClr val="1E4D8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172200" y="2907792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10+ analysts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172200" y="3145536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FlatFileStore → PostgreSQL (1 config change)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172200" y="3566160"/>
            <a:ext cx="2514600" cy="0"/>
          </a:xfrm>
          <a:prstGeom prst="line">
            <a:avLst/>
          </a:prstGeom>
          <a:noFill/>
          <a:ln w="6350">
            <a:solidFill>
              <a:srgbClr val="1E4D8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172200" y="3712464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Multi-tenant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172200" y="3950208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workspace namespace per tenant, shared codebase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Migrations &amp; Plugin System (v1.4+)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22960"/>
            <a:ext cx="4160520" cy="404164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22960"/>
            <a:ext cx="4160520" cy="38404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9768" y="859536"/>
            <a:ext cx="3941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Migrations (Alembic)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29768" y="1280160"/>
            <a:ext cx="3941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Alembic 1.13 schema management. URL resolved: GNAT_DB_URL → [database] INI → default.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29768" y="1755648"/>
            <a:ext cx="3913632" cy="56692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39496" y="1810512"/>
            <a:ext cx="3694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0001_init_all_tables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39496" y="2029968"/>
            <a:ext cx="36941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investigations, reports, workspaces,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workspace_objects, enrichment_log, context_globals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29768" y="2414016"/>
            <a:ext cx="3913632" cy="56692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9496" y="2468880"/>
            <a:ext cx="3694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0002_add_lineage_events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39496" y="2688336"/>
            <a:ext cx="36941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lineage_events table · composite index on (object_id, timestamp)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29768" y="3072384"/>
            <a:ext cx="3913632" cy="56692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9496" y="3127248"/>
            <a:ext cx="3694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0003_add_metrics_events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39496" y="3346704"/>
            <a:ext cx="36941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metrics_events table · index on (metric_type, timestamp)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29768" y="3749040"/>
            <a:ext cx="3941064" cy="502920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57784" y="3840480"/>
            <a:ext cx="3685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gnat-db upgrade head    # apply all migrations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gnat-db current         # show current revision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gnat-db history         # show migration history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429768" y="4315968"/>
            <a:ext cx="3941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 install "gnat[migrations]"  ·  get_combined_metadata() for Alembic auto-detect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4663440" y="822960"/>
            <a:ext cx="4160520" cy="404164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663440" y="822960"/>
            <a:ext cx="4160520" cy="38404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73168" y="859536"/>
            <a:ext cx="3941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 System (gnat.plugins)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773168" y="1280160"/>
            <a:ext cx="39410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Extensible plugin architecture with entry_points discovery, filesystem scanning, and HookBus pub/sub.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773168" y="1792224"/>
            <a:ext cx="3913632" cy="493776"/>
          </a:xfrm>
          <a:prstGeom prst="rect">
            <a:avLst/>
          </a:prstGeom>
          <a:solidFill>
            <a:srgbClr val="1E293B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82896" y="1828800"/>
            <a:ext cx="3694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GNATPlugin ABC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4882896" y="2029968"/>
            <a:ext cx="36941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/ version / capabilities / register(registry)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4773168" y="2359152"/>
            <a:ext cx="3913632" cy="493776"/>
          </a:xfrm>
          <a:prstGeom prst="rect">
            <a:avLst/>
          </a:prstGeom>
          <a:solidFill>
            <a:srgbClr val="1E293B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82896" y="2395728"/>
            <a:ext cx="3694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PluginCapability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4882896" y="2596896"/>
            <a:ext cx="36941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 · READER · MAPPER · AGENT · REPORTER · HOOK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4773168" y="2926080"/>
            <a:ext cx="3913632" cy="493776"/>
          </a:xfrm>
          <a:prstGeom prst="rect">
            <a:avLst/>
          </a:prstGeom>
          <a:solidFill>
            <a:srgbClr val="1E293B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82896" y="2962656"/>
            <a:ext cx="3694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HookBus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882896" y="3163824"/>
            <a:ext cx="36941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Thread-safe pub/sub · 14 built-in KNOWN_EVENTS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async handlers · exceptions never propagate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4773168" y="3493008"/>
            <a:ext cx="3913632" cy="493776"/>
          </a:xfrm>
          <a:prstGeom prst="rect">
            <a:avLst/>
          </a:prstGeom>
          <a:solidFill>
            <a:srgbClr val="1E293B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882896" y="3529584"/>
            <a:ext cx="3694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PluginRegistry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4882896" y="3730752"/>
            <a:ext cx="36941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load/unload/get/list · entry_points discovery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GNAT_PLUGIN_DIRS env var · wraps existing registries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4773168" y="4023360"/>
            <a:ext cx="3941064" cy="411480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901184" y="4114800"/>
            <a:ext cx="36850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[plugins]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dirs = /opt/gnat/plugins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or declare in pyproject.toml entry-points: gnat.plugins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Engine (RBAC) &amp; STIX Object Validator (v1.4+)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22960"/>
            <a:ext cx="4160520" cy="404164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22960"/>
            <a:ext cx="4160520" cy="38404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9768" y="859536"/>
            <a:ext cx="3941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Engine — RBAC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29768" y="1280160"/>
            <a:ext cx="39410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access control orthogonal to TLP labels. Static permission matrix. FastAPI-native Depends.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29768" y="1828800"/>
            <a:ext cx="3913632" cy="438912"/>
          </a:xfrm>
          <a:prstGeom prst="rect">
            <a:avLst/>
          </a:prstGeom>
          <a:solidFill>
            <a:srgbClr val="1E293B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39496" y="186537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VIEWER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572768" y="1883664"/>
            <a:ext cx="26883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READ_OBJECTS, READ_REPORTS, QUERY_NLP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429768" y="2340864"/>
            <a:ext cx="3913632" cy="438912"/>
          </a:xfrm>
          <a:prstGeom prst="rect">
            <a:avLst/>
          </a:prstGeom>
          <a:solidFill>
            <a:srgbClr val="1E293B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9496" y="237744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1572768" y="2395728"/>
            <a:ext cx="26883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WRITE_OBJECTS, ENRICH, PROMOTE_INTEL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429768" y="2852928"/>
            <a:ext cx="3913632" cy="438912"/>
          </a:xfrm>
          <a:prstGeom prst="rect">
            <a:avLst/>
          </a:prstGeom>
          <a:solidFill>
            <a:srgbClr val="1E293B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9496" y="2889504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572768" y="2907792"/>
            <a:ext cx="26883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MANAGE_SCHEDULES, WRITE_TAXII, EXPORT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29768" y="3364992"/>
            <a:ext cx="3913632" cy="438912"/>
          </a:xfrm>
          <a:prstGeom prst="rect">
            <a:avLst/>
          </a:prstGeom>
          <a:solidFill>
            <a:srgbClr val="1E293B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39496" y="340156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1572768" y="3419856"/>
            <a:ext cx="26883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MANAGE_KEYS, MANAGE_TENANTS (all perms)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429768" y="3913632"/>
            <a:ext cx="3913632" cy="384048"/>
          </a:xfrm>
          <a:prstGeom prst="rect">
            <a:avLst/>
          </a:prstGeom>
          <a:solidFill>
            <a:srgbClr val="162952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39496" y="3968496"/>
            <a:ext cx="3694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Audit Middleware: every API request emits api_request HookBus event + structured log. APIKey.role field.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429768" y="4370832"/>
            <a:ext cx="3941064" cy="3657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57784" y="4462272"/>
            <a:ext cx="3685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engine.require(Permission.WRITE_TAXII, key_store)  # FastAPI Depends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4663440" y="822960"/>
            <a:ext cx="4160520" cy="404164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663440" y="822960"/>
            <a:ext cx="4160520" cy="38404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73168" y="859536"/>
            <a:ext cx="3941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STIX Object Validator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773168" y="1280160"/>
            <a:ext cx="39410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STIXObjectValidator validates required properties, vocabularies, confidence, refs, and ID format.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773168" y="1792224"/>
            <a:ext cx="3913632" cy="640080"/>
          </a:xfrm>
          <a:prstGeom prst="rect">
            <a:avLst/>
          </a:prstGeom>
          <a:solidFill>
            <a:srgbClr val="1E293B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882896" y="1828800"/>
            <a:ext cx="3694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SDO  (19 types)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4882896" y="2029968"/>
            <a:ext cx="3694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indicator, malware, threat-actor, campaign, attack-pattern, course-of-action, identity, intrusion-set, tool, vulnerability, report, observed-data, note, opinion, relationship, sighting, infrastructure, malware-analysis, location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4773168" y="2505456"/>
            <a:ext cx="3913632" cy="640080"/>
          </a:xfrm>
          <a:prstGeom prst="rect">
            <a:avLst/>
          </a:prstGeom>
          <a:solidFill>
            <a:srgbClr val="1E293B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82896" y="2542032"/>
            <a:ext cx="3694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  (16 types)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4882896" y="2743200"/>
            <a:ext cx="3694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ipv4-addr, ipv6-addr, domain-name, url, file, process, network-traffic, email-message, windows-registry-key, user-account, software, autonomous-system, directory, email-addr, mac-addr, mutex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4773168" y="3218688"/>
            <a:ext cx="3913632" cy="640080"/>
          </a:xfrm>
          <a:prstGeom prst="rect">
            <a:avLst/>
          </a:prstGeom>
          <a:solidFill>
            <a:srgbClr val="1E293B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82896" y="3255264"/>
            <a:ext cx="3694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SRO  (2 types)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4882896" y="3456432"/>
            <a:ext cx="3694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relationship, sighting — validates source/target ref format and relationship_type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4773168" y="3931920"/>
            <a:ext cx="3913632" cy="640080"/>
          </a:xfrm>
          <a:prstGeom prst="rect">
            <a:avLst/>
          </a:prstGeom>
          <a:solidFill>
            <a:srgbClr val="1E293B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882896" y="3968496"/>
            <a:ext cx="3694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(4 types)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4882896" y="4169664"/>
            <a:ext cx="3694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bundle, marking-definition, language-content, extension-definition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4773168" y="4663440"/>
            <a:ext cx="3941064" cy="164592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901184" y="4754880"/>
            <a:ext cx="3685032" cy="-18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gnat.stix.object_validator import STIXObjectValidator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Orchestration — Workflow DAG Engine (v1.4+)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22960"/>
            <a:ext cx="8503920" cy="420624"/>
          </a:xfrm>
          <a:prstGeom prst="rect">
            <a:avLst/>
          </a:prstGeom>
          <a:solidFill>
            <a:srgbClr val="16295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91440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gnat.agents.workflow  ·  Sequential DAG executor with success/failure routing, cycle detection, and elapsed timing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320040" y="1344168"/>
            <a:ext cx="2011680" cy="13716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20040" y="1344168"/>
            <a:ext cx="2011680" cy="7315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29768" y="1472184"/>
            <a:ext cx="17922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WorkflowStep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29768" y="1764792"/>
            <a:ext cx="179222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name, fn, on_success, on_failure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Callable step with optional routing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468880" y="1344168"/>
            <a:ext cx="2011680" cy="13716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468880" y="1344168"/>
            <a:ext cx="2011680" cy="7315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578608" y="1472184"/>
            <a:ext cx="17922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WorkflowContext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578608" y="1764792"/>
            <a:ext cx="179222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investigation, enriched_objects, gaps, draft,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errors, metadata — shared state across all steps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617720" y="1344168"/>
            <a:ext cx="2011680" cy="13716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617720" y="1344168"/>
            <a:ext cx="2011680" cy="7315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27448" y="1472184"/>
            <a:ext cx="17922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727448" y="1764792"/>
            <a:ext cx="179222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 dict + entry_point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Run: .execute(ctx) → WorkflowResult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766560" y="1344168"/>
            <a:ext cx="2011680" cy="13716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766560" y="1344168"/>
            <a:ext cx="2011680" cy="7315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76288" y="1472184"/>
            <a:ext cx="17922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WorkflowResult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76288" y="1764792"/>
            <a:ext cx="179222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success, steps_run, errors, elapsed_ms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execution trace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29768" y="283464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Step Factories: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20040" y="3108960"/>
            <a:ext cx="1335024" cy="27432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29768" y="3145536"/>
            <a:ext cx="11155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enrich_step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1746504" y="3108960"/>
            <a:ext cx="1335024" cy="27432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856232" y="3145536"/>
            <a:ext cx="11155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correlate_step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172968" y="3108960"/>
            <a:ext cx="1335024" cy="27432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82696" y="3145536"/>
            <a:ext cx="11155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gap_detect_step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4599432" y="3108960"/>
            <a:ext cx="1335024" cy="27432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709160" y="3145536"/>
            <a:ext cx="11155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draft_report_step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6025896" y="3108960"/>
            <a:ext cx="1335024" cy="27432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135624" y="3145536"/>
            <a:ext cx="11155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transition_step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7452360" y="3108960"/>
            <a:ext cx="1335024" cy="27432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562088" y="3145536"/>
            <a:ext cx="11155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fn_step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429768" y="352044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Pre-built Workflows: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20040" y="3822192"/>
            <a:ext cx="8503920" cy="402336"/>
          </a:xfrm>
          <a:prstGeom prst="rect">
            <a:avLst/>
          </a:prstGeom>
          <a:solidFill>
            <a:srgbClr val="1E293B"/>
          </a:solidFill>
          <a:ln w="6350">
            <a:solidFill>
              <a:srgbClr val="0891B2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29768" y="387705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PhishingTriage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1938528" y="3913632"/>
            <a:ext cx="6766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enrich → correlate → gap_detect → draft_report → transition(IN_PROGRESS)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20040" y="4297680"/>
            <a:ext cx="8503920" cy="402336"/>
          </a:xfrm>
          <a:prstGeom prst="rect">
            <a:avLst/>
          </a:prstGeom>
          <a:solidFill>
            <a:srgbClr val="1E293B"/>
          </a:solidFill>
          <a:ln w="6350">
            <a:solidFill>
              <a:srgbClr val="0891B2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29768" y="435254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IncidentResponse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1938528" y="4389120"/>
            <a:ext cx="6766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enrich → correlate → gap_detect → draft_report → transition(REVIEW)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20040" y="4828032"/>
            <a:ext cx="8503920" cy="274320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48056" y="4919472"/>
            <a:ext cx="824788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gnat.agents.workflows.phishing_triage import build_phishing_triage_workflow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 = build_phishing_triage_workflow(enricher, correlator, detector, drafter, svc).execute(ctx)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Lineage &amp; Analyst Metrics (v1.4+)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22960"/>
            <a:ext cx="4160520" cy="404164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22960"/>
            <a:ext cx="4160520" cy="38404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9768" y="859536"/>
            <a:ext cx="3941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Lineage (gnat.lineage)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29768" y="1280160"/>
            <a:ext cx="39410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 event log. Zero new runtime dependencies. Optional deployment.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29768" y="1737360"/>
            <a:ext cx="3913632" cy="548640"/>
          </a:xfrm>
          <a:prstGeom prst="rect">
            <a:avLst/>
          </a:prstGeom>
          <a:solidFill>
            <a:srgbClr val="1E293B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39496" y="1773936"/>
            <a:ext cx="3694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LineageEventType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539496" y="1975104"/>
            <a:ext cx="3694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INGESTED · ENRICHED · NORMALIZED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 · EXPORTED · REPORTED · DELETED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29768" y="2359152"/>
            <a:ext cx="3913632" cy="548640"/>
          </a:xfrm>
          <a:prstGeom prst="rect">
            <a:avLst/>
          </a:prstGeom>
          <a:solidFill>
            <a:srgbClr val="1E293B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9496" y="2395728"/>
            <a:ext cx="3694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LineageEvent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39496" y="2596896"/>
            <a:ext cx="3694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UUID4 id · timestamp · object_id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actor · source · metadata dict (immutable)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29768" y="2980944"/>
            <a:ext cx="3913632" cy="548640"/>
          </a:xfrm>
          <a:prstGeom prst="rect">
            <a:avLst/>
          </a:prstGeom>
          <a:solidFill>
            <a:srgbClr val="1E293B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9496" y="3017520"/>
            <a:ext cx="3694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LineageStore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539496" y="3218688"/>
            <a:ext cx="3694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SQLAlchemy-backed lineage_events table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 / query / query_by_type / count()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29768" y="3602736"/>
            <a:ext cx="3913632" cy="548640"/>
          </a:xfrm>
          <a:prstGeom prst="rect">
            <a:avLst/>
          </a:prstGeom>
          <a:solidFill>
            <a:srgbClr val="1E293B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39496" y="3639312"/>
            <a:ext cx="3694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LineageTracker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39496" y="3840480"/>
            <a:ext cx="3694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Convenience wrapper: record_ingested()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record_enriched() … store=None → no-op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29768" y="4242816"/>
            <a:ext cx="3941064" cy="347472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57784" y="4334256"/>
            <a:ext cx="36850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tracker.record_ingested("indicator--abc", actor="feed_scheduler")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store.query("indicator--abc")  # full audit trail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429768" y="4645152"/>
            <a:ext cx="3941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ADR-0038: append-only log · no runtime deps · optional deployment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4663440" y="822960"/>
            <a:ext cx="4160520" cy="404164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663440" y="822960"/>
            <a:ext cx="4160520" cy="38404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773168" y="859536"/>
            <a:ext cx="3941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Metrics (gnat.metrics)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773168" y="1280160"/>
            <a:ext cx="39410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Thread-safe ring-buffer collector with structured aggregation by type and time window.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773168" y="1719072"/>
            <a:ext cx="3941064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INVESTIGATION_CREATED · INVESTIGATION_CLOSED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ENRICHMENT_ATTEMPTED · ENRICHMENT_SUCCESS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REPORT_PUBLISHED · GAP_DETECTED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FALSE_POSITIVE_FLAGGED · ANALYST_OVERRIDE · INTEL_PROMOTED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773168" y="2798064"/>
            <a:ext cx="3913632" cy="438912"/>
          </a:xfrm>
          <a:prstGeom prst="rect">
            <a:avLst/>
          </a:prstGeom>
          <a:solidFill>
            <a:srgbClr val="1E293B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882896" y="2834640"/>
            <a:ext cx="3694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investigation_summary(days)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4882896" y="3035808"/>
            <a:ext cx="36941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breakdown + close rate for period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4773168" y="3310128"/>
            <a:ext cx="3913632" cy="438912"/>
          </a:xfrm>
          <a:prstGeom prst="rect">
            <a:avLst/>
          </a:prstGeom>
          <a:solidFill>
            <a:srgbClr val="1E293B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82896" y="3346704"/>
            <a:ext cx="3694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enrichment_effectiveness(platform, days)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4882896" y="3547872"/>
            <a:ext cx="36941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 rate + avg per-platform confidence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4773168" y="3822192"/>
            <a:ext cx="3913632" cy="438912"/>
          </a:xfrm>
          <a:prstGeom prst="rect">
            <a:avLst/>
          </a:prstGeom>
          <a:solidFill>
            <a:srgbClr val="1E293B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82896" y="3858768"/>
            <a:ext cx="3694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gap_frequency(days)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4882896" y="4059936"/>
            <a:ext cx="36941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detection rate over the window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4773168" y="4334256"/>
            <a:ext cx="3913632" cy="438912"/>
          </a:xfrm>
          <a:prstGeom prst="rect">
            <a:avLst/>
          </a:prstGeom>
          <a:solidFill>
            <a:srgbClr val="1E293B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882896" y="4370832"/>
            <a:ext cx="3694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false_positive_rate(days)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4882896" y="4572000"/>
            <a:ext cx="36941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FP:total ratio for the window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4773168" y="4864608"/>
            <a:ext cx="3941064" cy="219456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901184" y="4956048"/>
            <a:ext cx="3685032" cy="36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collector.record(MetricType.REPORT_PUBLISHED, 1)  # anywhere in pipeline</a:t>
            </a:r>
            <a:endParaRPr lang="en-US" sz="8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Intel Review Queue (v1.4+)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22960"/>
            <a:ext cx="8503920" cy="402336"/>
          </a:xfrm>
          <a:prstGeom prst="rect">
            <a:avLst/>
          </a:prstGeom>
          <a:solidFill>
            <a:srgbClr val="16295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905256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 gate between AI-extracted intel and the analyst-verified workspace. Analysts approve, modify, or reject before promotion.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384048" y="1298448"/>
            <a:ext cx="841248" cy="274320"/>
          </a:xfrm>
          <a:prstGeom prst="rect">
            <a:avLst/>
          </a:prstGeom>
          <a:solidFill>
            <a:srgbClr val="F59E0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0624" y="1316736"/>
            <a:ext cx="768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335024" y="133502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286000" y="1298448"/>
            <a:ext cx="841248" cy="274320"/>
          </a:xfrm>
          <a:prstGeom prst="rect">
            <a:avLst/>
          </a:prstGeom>
          <a:solidFill>
            <a:srgbClr val="10B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322576" y="1316736"/>
            <a:ext cx="768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236976" y="133502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187952" y="1298448"/>
            <a:ext cx="841248" cy="274320"/>
          </a:xfrm>
          <a:prstGeom prst="rect">
            <a:avLst/>
          </a:prstGeom>
          <a:solidFill>
            <a:srgbClr val="06B6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24528" y="1316736"/>
            <a:ext cx="768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PROMOTED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089904" y="1298448"/>
            <a:ext cx="841248" cy="274320"/>
          </a:xfrm>
          <a:prstGeom prst="rect">
            <a:avLst/>
          </a:prstGeom>
          <a:solidFill>
            <a:srgbClr val="EF44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26480" y="1316736"/>
            <a:ext cx="768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REJECTED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991856" y="1298448"/>
            <a:ext cx="841248" cy="27432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28432" y="1316736"/>
            <a:ext cx="768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MODIFIED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20040" y="1682496"/>
            <a:ext cx="4160520" cy="310896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20040" y="1682496"/>
            <a:ext cx="4160520" cy="32918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29768" y="1719072"/>
            <a:ext cx="3941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ReviewService Methods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29768" y="2084832"/>
            <a:ext cx="39136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submit(stix_id, stix_type, stix_data, ...)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29768" y="2267712"/>
            <a:ext cx="39136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Queue AI-extracted intel for review (PENDING)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429768" y="2450592"/>
            <a:ext cx="39136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approve(id, reviewer, notes, confidence)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429768" y="2633472"/>
            <a:ext cx="39136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APPROVED + optional confidence override (0-100)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429768" y="2816352"/>
            <a:ext cx="39136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reject(id, reviewer, reason)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429768" y="2999232"/>
            <a:ext cx="39136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REJECTED with reason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429768" y="3182112"/>
            <a:ext cx="39136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modify(id, reviewer, modified_properties)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429768" y="3364992"/>
            <a:ext cx="39136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analyst property overrides (MODIFIED)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429768" y="3547872"/>
            <a:ext cx="39136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promote(id, reviewer, workspace_manager)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429768" y="3730752"/>
            <a:ext cx="39136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 overrides + x_source_type=analyst_verified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429768" y="3913632"/>
            <a:ext cx="39136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bulk_approve(ids) / bulk_reject(ids)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429768" y="4096512"/>
            <a:ext cx="39136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operations with full validation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429768" y="4279392"/>
            <a:ext cx="39136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stats()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429768" y="4462272"/>
            <a:ext cx="39136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Per-status breakdown + total count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4663440" y="1682496"/>
            <a:ext cx="4160520" cy="310896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4663440" y="1682496"/>
            <a:ext cx="4160520" cy="329184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773168" y="1719072"/>
            <a:ext cx="3941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  ·  CLI  ·  TUI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4773168" y="2084832"/>
            <a:ext cx="3941064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E8EF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 /api/review  —  list (status + type + submitter filters)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E8EF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/api/review  —  submit new item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E8EF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 /api/review/stats  —  per-status counts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E8EF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 /api/review/{id}  —  item detail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E8EF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/api/review/{id}/approve  —  approve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E8EF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/api/review/{id}/reject   —  reject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E8EF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/api/review/{id}/modify   —  set overrides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E8EF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/api/review/{id}/promote  —  promote to workspace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4773168" y="3968496"/>
            <a:ext cx="3941064" cy="512064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901184" y="4059936"/>
            <a:ext cx="3685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review list --status pending --type indicator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review approve &lt;id&gt; --by alice --confidence 85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review stats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4773168" y="4535424"/>
            <a:ext cx="3913632" cy="201168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82896" y="4553712"/>
            <a:ext cx="36941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TUI: F6  ReviewScreen  ·  Approve/Reject/Modify with confidence input  ·  Ctrl+A bulk approve</a:t>
            </a:r>
            <a:endParaRPr lang="en-US" sz="7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 — Control, Reasoning &amp; Safety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65760" y="82296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ExecutionContext · Domain Boundaries · HypothesisEngine · AgentGovernor · HITL · Workspace Trust  —  shipped in v1.6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20040" y="1243584"/>
            <a:ext cx="5029200" cy="676656"/>
          </a:xfrm>
          <a:prstGeom prst="rect">
            <a:avLst/>
          </a:prstGeom>
          <a:solidFill>
            <a:srgbClr val="162952"/>
          </a:solidFill>
          <a:ln w="6350">
            <a:solidFill>
              <a:srgbClr val="0891B2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243584"/>
            <a:ext cx="73152" cy="676656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298448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ExecutionContext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02920" y="1298448"/>
            <a:ext cx="4663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gnat/core/context.py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502920" y="1527048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operation stamped with context_id, domain, trust_level, workspace_id. Append-only execution_log (migration 0004). Full audit trail from connector call to report.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320040" y="1993392"/>
            <a:ext cx="5029200" cy="676656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0040" y="1993392"/>
            <a:ext cx="73152" cy="676656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048256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Boundaries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02920" y="2048256"/>
            <a:ext cx="4663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gnat/core/domains.py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502920" y="2276856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Ingestion ↔ Analysis ↔ Investigation ↔ Reporting are enforced domains. @domain_boundary decorator raises DomainBoundaryViolation on illegal cross-domain calls.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320040" y="2743200"/>
            <a:ext cx="5029200" cy="676656"/>
          </a:xfrm>
          <a:prstGeom prst="rect">
            <a:avLst/>
          </a:prstGeom>
          <a:solidFill>
            <a:srgbClr val="162952"/>
          </a:solidFill>
          <a:ln w="6350">
            <a:solidFill>
              <a:srgbClr val="06B6D4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20040" y="2743200"/>
            <a:ext cx="73152" cy="676656"/>
          </a:xfrm>
          <a:prstGeom prst="rect">
            <a:avLst/>
          </a:prstGeom>
          <a:solidFill>
            <a:srgbClr val="06B6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2920" y="279806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HypothesisEngine + NegativeEvidence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02920" y="2798064"/>
            <a:ext cx="4663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gnat/reasoning/hypothesis.py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502920" y="3026664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 → evaluate → close lifecycle. Confidence scoring weighted by connector TRUST_LEVEL (0.9/0.6/0.3). NegativeEvidenceRecord suppresses redundant re-queries within TTL.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320040" y="3493008"/>
            <a:ext cx="5029200" cy="676656"/>
          </a:xfrm>
          <a:prstGeom prst="rect">
            <a:avLst/>
          </a:prstGeom>
          <a:solidFill>
            <a:srgbClr val="162952"/>
          </a:solidFill>
          <a:ln w="6350">
            <a:solidFill>
              <a:srgbClr val="F59E0B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20040" y="3493008"/>
            <a:ext cx="73152" cy="676656"/>
          </a:xfrm>
          <a:prstGeom prst="rect">
            <a:avLst/>
          </a:prstGeom>
          <a:solidFill>
            <a:srgbClr val="F59E0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02920" y="3547872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AgentGovernor + HITL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02920" y="3547872"/>
            <a:ext cx="4663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gnat/agents/governor.py  ·  hitl.py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502920" y="3776472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agent actions routed through permission matrix ([agent_policy] INI). High/critical actions create PENDING ReviewItem via existing gnat/review/. Critical triggers XSOAR playbook.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320040" y="4242816"/>
            <a:ext cx="5029200" cy="676656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20040" y="4242816"/>
            <a:ext cx="73152" cy="676656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02920" y="429768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ReasoningEngine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02920" y="4297680"/>
            <a:ext cx="4663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gnat/reasoning/engine.py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502920" y="4526280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prioritize(observable_set, context) scores each observable using trust level, hypothesis confidence, NE TTL, age, and corroboration count. Outputs structured machine-readable explanation dict.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5532120" y="1243584"/>
            <a:ext cx="3291840" cy="374904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5532120" y="1243584"/>
            <a:ext cx="3291840" cy="34747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641848" y="1280160"/>
            <a:ext cx="3072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 Trust Model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5641848" y="1682496"/>
            <a:ext cx="30723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TRUST_LEVEL on all 158 connectors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5641848" y="1993392"/>
            <a:ext cx="3017520" cy="822960"/>
          </a:xfrm>
          <a:prstGeom prst="rect">
            <a:avLst/>
          </a:prstGeom>
          <a:solidFill>
            <a:srgbClr val="1E293B"/>
          </a:solidFill>
          <a:ln w="6350">
            <a:solidFill>
              <a:srgbClr val="10B98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641848" y="2066544"/>
            <a:ext cx="502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2800" dirty="0"/>
          </a:p>
        </p:txBody>
      </p:sp>
      <p:sp>
        <p:nvSpPr>
          <p:cNvPr id="37" name="Text 35"/>
          <p:cNvSpPr/>
          <p:nvPr/>
        </p:nvSpPr>
        <p:spPr>
          <a:xfrm>
            <a:off x="6163056" y="2048256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trusted_internal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163056" y="2249424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weight: 0.9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6163056" y="2432304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Splunk · Sentinel · QRadar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XSOAR · Elastic · Wazuh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5641848" y="2944368"/>
            <a:ext cx="3017520" cy="822960"/>
          </a:xfrm>
          <a:prstGeom prst="rect">
            <a:avLst/>
          </a:prstGeom>
          <a:solidFill>
            <a:srgbClr val="1E293B"/>
          </a:solidFill>
          <a:ln w="6350">
            <a:solidFill>
              <a:srgbClr val="F59E0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641848" y="3017520"/>
            <a:ext cx="502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</a:t>
            </a:r>
            <a:endParaRPr lang="en-US" sz="2800" dirty="0"/>
          </a:p>
        </p:txBody>
      </p:sp>
      <p:sp>
        <p:nvSpPr>
          <p:cNvPr id="42" name="Text 40"/>
          <p:cNvSpPr/>
          <p:nvPr/>
        </p:nvSpPr>
        <p:spPr>
          <a:xfrm>
            <a:off x="6163056" y="2999232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semi_trusted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6163056" y="3200400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weight: 0.6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6163056" y="338328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CrowdStrike · ThreatQ · MISP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VirusTotal · Mandiant · RF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5641848" y="3895344"/>
            <a:ext cx="3017520" cy="822960"/>
          </a:xfrm>
          <a:prstGeom prst="rect">
            <a:avLst/>
          </a:prstGeom>
          <a:solidFill>
            <a:srgbClr val="1E293B"/>
          </a:solidFill>
          <a:ln w="6350">
            <a:solidFill>
              <a:srgbClr val="EF4444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641848" y="3968496"/>
            <a:ext cx="502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800" dirty="0"/>
          </a:p>
        </p:txBody>
      </p:sp>
      <p:sp>
        <p:nvSpPr>
          <p:cNvPr id="47" name="Text 45"/>
          <p:cNvSpPr/>
          <p:nvPr/>
        </p:nvSpPr>
        <p:spPr>
          <a:xfrm>
            <a:off x="6163056" y="395020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untrusted_external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6163056" y="4151376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weight: 0.3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6163056" y="4334256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AlienVault OTX · CISA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ShadowServer · OSINT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320040" y="4846320"/>
            <a:ext cx="8503920" cy="20116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29768" y="4864608"/>
            <a:ext cx="83759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ADRs 0039–0049  ·  TRUST_LEVEL on all 158 connectors  ·  Alembic migrations 0004–0008  ·  SimulationConnector · ReplayRunner · AgentTestHarness</a:t>
            </a:r>
            <a:endParaRPr lang="en-US" sz="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Abstraction Advantage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22960"/>
            <a:ext cx="2651760" cy="18288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22960"/>
            <a:ext cx="2651760" cy="38404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9768" y="896112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Portability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29768" y="1325880"/>
            <a:ext cx="2432304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from ThreatQ to a new TIP? Change one config line. The pipeline, scheduler, reports, and export jobs all work unchanged. Your automation is not locked to any platform.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154680" y="822960"/>
            <a:ext cx="2651760" cy="18288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154680" y="822960"/>
            <a:ext cx="2651760" cy="38404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64408" y="896112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Maintenance Simplicity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264408" y="1325880"/>
            <a:ext cx="2432304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changes affect one connector file, not every script. Tests cover all connectors uniformly. One library version number covers the entire integration stack.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989320" y="822960"/>
            <a:ext cx="2651760" cy="18288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989320" y="822960"/>
            <a:ext cx="2651760" cy="38404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099048" y="896112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Consistency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099048" y="1325880"/>
            <a:ext cx="2432304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platform exposes get_object(), list_objects(), upsert_object(), to_stix(), from_stix(). Analysts learn one mental model once and it works across 158 platforms.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20040" y="2834640"/>
            <a:ext cx="2651760" cy="18288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0040" y="2834640"/>
            <a:ext cx="2651760" cy="38404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29768" y="2907792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 Coherence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29768" y="3337560"/>
            <a:ext cx="2432304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scheduler, one health endpoint, one log stream. No more asking which of 15 scripts ran overnight and whether it worked. FeedScheduler.summary() answers all of that.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154680" y="2834640"/>
            <a:ext cx="2651760" cy="18288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154680" y="2834640"/>
            <a:ext cx="2651760" cy="38404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264408" y="2907792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Incremental Adoption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264408" y="3337560"/>
            <a:ext cx="2432304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layer is independently useful. Start with connectors only. Add ingest. Add export. Add AI. Add reports. The stack is additive — you never have to replace working parts.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5989320" y="2834640"/>
            <a:ext cx="2651760" cy="18288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5989320" y="2834640"/>
            <a:ext cx="2651760" cy="38404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099048" y="2907792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Coverage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099048" y="3337560"/>
            <a:ext cx="2432304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5,100+ unit tests across 40+ test files. Every connector, every pipeline stage, every renderer, every scheduler, every new v1.4/1.5 module. Confidence in changes without regression fear.</a:t>
            </a:r>
            <a:endParaRPr lang="en-US" sz="9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Safety, CI &amp; Developer Security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92608" y="822960"/>
            <a:ext cx="2724912" cy="184708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92608" y="822960"/>
            <a:ext cx="2724912" cy="402336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02336" y="896112"/>
            <a:ext cx="2505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CI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2336" y="1316736"/>
            <a:ext cx="250545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pylint workflow on every push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3.9 / 3.10 / 3.11 / 3.12 matrix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Fails build on any lint error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Badge on README signals status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172968" y="822960"/>
            <a:ext cx="2724912" cy="184708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172968" y="822960"/>
            <a:ext cx="2724912" cy="402336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82696" y="896112"/>
            <a:ext cx="2505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282696" y="1316736"/>
            <a:ext cx="250545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AI-assisted code review on pull requests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Inline suggestions during authoring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 detection across codebase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AI code still gates through CI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053328" y="822960"/>
            <a:ext cx="2724912" cy="184708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053328" y="822960"/>
            <a:ext cx="2724912" cy="402336"/>
          </a:xfrm>
          <a:prstGeom prst="rect">
            <a:avLst/>
          </a:prstGeom>
          <a:solidFill>
            <a:srgbClr val="06B6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63056" y="896112"/>
            <a:ext cx="2505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Ruff + mypy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163056" y="1316736"/>
            <a:ext cx="250545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Ruff: E, F, W, I, UP, B, C4, SIM rules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length 100, Python 3.9 target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mypy: warn_return_any, strict configs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check = lint + typecheck gate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92608" y="2852928"/>
            <a:ext cx="2724912" cy="184708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292608" y="2852928"/>
            <a:ext cx="2724912" cy="402336"/>
          </a:xfrm>
          <a:prstGeom prst="rect">
            <a:avLst/>
          </a:prstGeom>
          <a:solidFill>
            <a:srgbClr val="10B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02336" y="2926080"/>
            <a:ext cx="2505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pytest + Coverage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02336" y="3346704"/>
            <a:ext cx="250545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5,100+ unit tests across 40+ files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70% minimum coverage enforced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fail_under = 70 in pyproject.toml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integration harness (ES + Solr)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172968" y="2852928"/>
            <a:ext cx="2724912" cy="184708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172968" y="2852928"/>
            <a:ext cx="2724912" cy="402336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282696" y="2926080"/>
            <a:ext cx="2505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Dependabot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282696" y="3346704"/>
            <a:ext cx="250545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dependency update PRs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PR per dependency for audit trail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Pinned versions reviewed before merge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Covers Python + GitHub Actions deps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053328" y="2852928"/>
            <a:ext cx="2724912" cy="184708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053328" y="2852928"/>
            <a:ext cx="2724912" cy="402336"/>
          </a:xfrm>
          <a:prstGeom prst="rect">
            <a:avLst/>
          </a:prstGeom>
          <a:solidFill>
            <a:srgbClr val="F59E0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163056" y="2926080"/>
            <a:ext cx="2505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Snyk + Secret Scanning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163056" y="3346704"/>
            <a:ext cx="250545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Snyk: dependency vulnerability scanning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security analysis in pipeline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secret scanning: blocks known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patterns before they reach history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292608" y="4846320"/>
            <a:ext cx="8577072" cy="182880"/>
          </a:xfrm>
          <a:prstGeom prst="rect">
            <a:avLst/>
          </a:prstGeom>
          <a:solidFill>
            <a:srgbClr val="162952"/>
          </a:solidFill>
          <a:ln w="6350">
            <a:solidFill>
              <a:srgbClr val="0891B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02336" y="4864608"/>
            <a:ext cx="83576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confidence ceiling — draft PRs only — localhost binding by default — call() write guard — no credentials in source — HMAC constant-time key validation</a:t>
            </a:r>
            <a:endParaRPr lang="en-US" sz="7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Numbers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02920" y="914400"/>
            <a:ext cx="2468880" cy="164592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02920" y="914400"/>
            <a:ext cx="2468880" cy="9144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12648" y="1097280"/>
            <a:ext cx="224942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158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612648" y="1920240"/>
            <a:ext cx="224942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6120" y="914400"/>
            <a:ext cx="2468880" cy="164592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46120" y="914400"/>
            <a:ext cx="2468880" cy="9144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55848" y="1097280"/>
            <a:ext cx="224942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1E4D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5,100+</a:t>
            </a:r>
            <a:endParaRPr lang="en-US" sz="4200" dirty="0"/>
          </a:p>
        </p:txBody>
      </p:sp>
      <p:sp>
        <p:nvSpPr>
          <p:cNvPr id="12" name="Text 10"/>
          <p:cNvSpPr/>
          <p:nvPr/>
        </p:nvSpPr>
        <p:spPr>
          <a:xfrm>
            <a:off x="3355848" y="1920240"/>
            <a:ext cx="224942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989320" y="914400"/>
            <a:ext cx="2468880" cy="164592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989320" y="914400"/>
            <a:ext cx="2468880" cy="9144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099048" y="1097280"/>
            <a:ext cx="224942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250+</a:t>
            </a:r>
            <a:endParaRPr lang="en-US" sz="4200" dirty="0"/>
          </a:p>
        </p:txBody>
      </p:sp>
      <p:sp>
        <p:nvSpPr>
          <p:cNvPr id="16" name="Text 14"/>
          <p:cNvSpPr/>
          <p:nvPr/>
        </p:nvSpPr>
        <p:spPr>
          <a:xfrm>
            <a:off x="6099048" y="1920240"/>
            <a:ext cx="224942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02920" y="2834640"/>
            <a:ext cx="2468880" cy="164592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02920" y="2834640"/>
            <a:ext cx="2468880" cy="9144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12648" y="3017520"/>
            <a:ext cx="224942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1E4D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~$50</a:t>
            </a:r>
            <a:endParaRPr lang="en-US" sz="4200" dirty="0"/>
          </a:p>
        </p:txBody>
      </p:sp>
      <p:sp>
        <p:nvSpPr>
          <p:cNvPr id="20" name="Text 18"/>
          <p:cNvSpPr/>
          <p:nvPr/>
        </p:nvSpPr>
        <p:spPr>
          <a:xfrm>
            <a:off x="612648" y="3840480"/>
            <a:ext cx="224942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Azure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VM Cost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246120" y="2834640"/>
            <a:ext cx="2468880" cy="164592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246120" y="2834640"/>
            <a:ext cx="2468880" cy="91440"/>
          </a:xfrm>
          <a:prstGeom prst="rect">
            <a:avLst/>
          </a:prstGeom>
          <a:solidFill>
            <a:srgbClr val="F59E0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355848" y="3017520"/>
            <a:ext cx="224942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</a:t>
            </a:r>
            <a:endParaRPr lang="en-US" sz="4200" dirty="0"/>
          </a:p>
        </p:txBody>
      </p:sp>
      <p:sp>
        <p:nvSpPr>
          <p:cNvPr id="24" name="Text 22"/>
          <p:cNvSpPr/>
          <p:nvPr/>
        </p:nvSpPr>
        <p:spPr>
          <a:xfrm>
            <a:off x="3355848" y="3840480"/>
            <a:ext cx="224942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Confidence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Ceiling (default)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989320" y="2834640"/>
            <a:ext cx="2468880" cy="164592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5989320" y="2834640"/>
            <a:ext cx="2468880" cy="9144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099048" y="3017520"/>
            <a:ext cx="224942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</a:t>
            </a:r>
            <a:endParaRPr lang="en-US" sz="4200" dirty="0"/>
          </a:p>
        </p:txBody>
      </p:sp>
      <p:sp>
        <p:nvSpPr>
          <p:cNvPr id="28" name="Text 26"/>
          <p:cNvSpPr/>
          <p:nvPr/>
        </p:nvSpPr>
        <p:spPr>
          <a:xfrm>
            <a:off x="6099048" y="3840480"/>
            <a:ext cx="224942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Records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Sequence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22960"/>
            <a:ext cx="1325880" cy="50292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850392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65760" y="1051560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1-2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20040" y="1417320"/>
            <a:ext cx="1325880" cy="32004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93192" y="1508760"/>
            <a:ext cx="1179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93192" y="1847088"/>
            <a:ext cx="1179576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+ configure config.ini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connectivity: gnat ping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ingest dry-run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1783080" y="822960"/>
            <a:ext cx="1325880" cy="50292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828800" y="850392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828800" y="1051560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3-5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783080" y="1417320"/>
            <a:ext cx="1325880" cy="32004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856232" y="1508760"/>
            <a:ext cx="1179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4D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856232" y="1847088"/>
            <a:ext cx="1179576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connector configs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ingest jobs (TQ, RF, CS)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FeedScheduler running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246120" y="822960"/>
            <a:ext cx="1325880" cy="50292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91840" y="850392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291840" y="1051560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6-8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3246120" y="1417320"/>
            <a:ext cx="1325880" cy="32004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319272" y="1508760"/>
            <a:ext cx="1179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319272" y="1847088"/>
            <a:ext cx="1179576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Netskope CE ExportJob (15 min)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EDL files hourly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TQ → CE → firewall EDLs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4709160" y="822960"/>
            <a:ext cx="1325880" cy="50292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754880" y="850392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754880" y="1051560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9-10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4709160" y="1417320"/>
            <a:ext cx="1325880" cy="32004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82312" y="1508760"/>
            <a:ext cx="1179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4D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782312" y="1847088"/>
            <a:ext cx="1179576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 [claude] in config.ini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ResearchAgent query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CurationJob to scheduler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6172200" y="822960"/>
            <a:ext cx="1325880" cy="50292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217920" y="850392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5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6217920" y="1051560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11-14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6172200" y="1417320"/>
            <a:ext cx="1325880" cy="32004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245352" y="1508760"/>
            <a:ext cx="1179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245352" y="1847088"/>
            <a:ext cx="1179576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report — review PDF/HTML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 email delivery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ReportJob at 06:00 daily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7635240" y="822960"/>
            <a:ext cx="1325880" cy="502920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680960" y="850392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6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7680960" y="1051560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7635240" y="1417320"/>
            <a:ext cx="1325880" cy="32004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708392" y="1508760"/>
            <a:ext cx="1179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Rollout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7708392" y="1847088"/>
            <a:ext cx="1179576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config templates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EXAMPLES.md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Library review process</a:t>
            </a:r>
            <a:endParaRPr lang="en-US" sz="8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Roadmap Items — Complete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65760" y="82296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Every pending item has shipped  —  v1.5.0 complete  ·  Phase 4 (v1.6) shipped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0040" y="1234440"/>
            <a:ext cx="4069080" cy="192024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93192" y="1252728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667512" y="1261872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x_target_sectors normalized across all connectors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320040" y="1444752"/>
            <a:ext cx="4069080" cy="192024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93192" y="1463040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67512" y="1472184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DOCX renderer — pure Python (python-docx)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320040" y="1655064"/>
            <a:ext cx="4069080" cy="192024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93192" y="1673352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67512" y="1682496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WorkspaceManager.default() method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320040" y="1865376"/>
            <a:ext cx="4069080" cy="192024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93192" y="1883664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667512" y="1892808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DirectLine token refresh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320040" y="2075688"/>
            <a:ext cx="4069080" cy="192024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93192" y="2093976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667512" y="2103120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CLI: gnat report run / gnat report list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320040" y="2286000"/>
            <a:ext cx="4069080" cy="192024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93192" y="2304288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667512" y="2313432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SectorFilter in gnat.export.filters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320040" y="2496312"/>
            <a:ext cx="4069080" cy="192024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93192" y="2514600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667512" y="2523744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body: rendered HTML content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320040" y="2706624"/>
            <a:ext cx="4069080" cy="192024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93192" y="2724912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67512" y="2734056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NLP Query Interface (builtin + Claude)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320040" y="2916936"/>
            <a:ext cx="4069080" cy="192024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93192" y="2935224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67512" y="2944368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Capability Reflection + safe dispatch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320040" y="3127248"/>
            <a:ext cx="4069080" cy="192024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93192" y="3145536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67512" y="3154680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Connectors Batch 2 — 11 new platforms (v1.0)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320040" y="3337560"/>
            <a:ext cx="4069080" cy="192024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93192" y="3355848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667512" y="3364992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XSOAR Content Pack Generator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320040" y="3547872"/>
            <a:ext cx="4069080" cy="192024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93192" y="3566160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667512" y="3575304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containerization (3-service stack)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320040" y="3758184"/>
            <a:ext cx="4069080" cy="192024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93192" y="3776472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667512" y="3785616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Migrations (Alembic + gnat-db CLI)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320040" y="3968496"/>
            <a:ext cx="4069080" cy="192024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3192" y="3986784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667512" y="3995928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 System (PluginRegistry + HookBus + 14 events)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320040" y="4178808"/>
            <a:ext cx="4069080" cy="192024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93192" y="4197096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667512" y="4206240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WorkflowEngine DAG (PhishingTriage · IncidentResponse)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4727448" y="1234440"/>
            <a:ext cx="4069080" cy="192024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800600" y="1252728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53" name="Text 51"/>
          <p:cNvSpPr/>
          <p:nvPr/>
        </p:nvSpPr>
        <p:spPr>
          <a:xfrm>
            <a:off x="5074920" y="1261872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Terminal UI (Textual, SSH-safe, F1–F6 screens)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4727448" y="1444752"/>
            <a:ext cx="4069080" cy="192024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800600" y="1463040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56" name="Text 54"/>
          <p:cNvSpPr/>
          <p:nvPr/>
        </p:nvSpPr>
        <p:spPr>
          <a:xfrm>
            <a:off x="5074920" y="1472184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Dashboard (FastAPI, X-Api-Key, rate-limited)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4727448" y="1655064"/>
            <a:ext cx="4069080" cy="192024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800600" y="1673352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59" name="Text 57"/>
          <p:cNvSpPr/>
          <p:nvPr/>
        </p:nvSpPr>
        <p:spPr>
          <a:xfrm>
            <a:off x="5074920" y="1682496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 Health + Drift Monitoring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4727448" y="1865376"/>
            <a:ext cx="4069080" cy="192024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800600" y="1883664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62" name="Text 60"/>
          <p:cNvSpPr/>
          <p:nvPr/>
        </p:nvSpPr>
        <p:spPr>
          <a:xfrm>
            <a:off x="5074920" y="1892808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Upstream Contribution Pipeline (7-step gate)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4727448" y="2075688"/>
            <a:ext cx="4069080" cy="192024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800600" y="2093976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65" name="Text 63"/>
          <p:cNvSpPr/>
          <p:nvPr/>
        </p:nvSpPr>
        <p:spPr>
          <a:xfrm>
            <a:off x="5074920" y="2103120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TAXII 2.1 Server (full read + write protocol)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4727448" y="2286000"/>
            <a:ext cx="4069080" cy="192024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4800600" y="2304288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68" name="Text 66"/>
          <p:cNvSpPr/>
          <p:nvPr/>
        </p:nvSpPr>
        <p:spPr>
          <a:xfrm>
            <a:off x="5074920" y="2313432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STIX 2.1 Pattern Validator (two-tier)</a:t>
            </a:r>
            <a:endParaRPr lang="en-US" sz="800" dirty="0"/>
          </a:p>
        </p:txBody>
      </p:sp>
      <p:sp>
        <p:nvSpPr>
          <p:cNvPr id="69" name="Shape 67"/>
          <p:cNvSpPr/>
          <p:nvPr/>
        </p:nvSpPr>
        <p:spPr>
          <a:xfrm>
            <a:off x="4727448" y="2496312"/>
            <a:ext cx="4069080" cy="192024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800600" y="2514600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71" name="Text 69"/>
          <p:cNvSpPr/>
          <p:nvPr/>
        </p:nvSpPr>
        <p:spPr>
          <a:xfrm>
            <a:off x="5074920" y="2523744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Multi-Tenant Workspace Isolation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727448" y="2706624"/>
            <a:ext cx="4069080" cy="192024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4800600" y="2724912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74" name="Text 72"/>
          <p:cNvSpPr/>
          <p:nvPr/>
        </p:nvSpPr>
        <p:spPr>
          <a:xfrm>
            <a:off x="5074920" y="2734056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Integration Test Harness</a:t>
            </a:r>
            <a:endParaRPr lang="en-US" sz="800" dirty="0"/>
          </a:p>
        </p:txBody>
      </p:sp>
      <p:sp>
        <p:nvSpPr>
          <p:cNvPr id="75" name="Shape 73"/>
          <p:cNvSpPr/>
          <p:nvPr/>
        </p:nvSpPr>
        <p:spPr>
          <a:xfrm>
            <a:off x="4727448" y="2916936"/>
            <a:ext cx="4069080" cy="192024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4800600" y="2935224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77" name="Text 75"/>
          <p:cNvSpPr/>
          <p:nvPr/>
        </p:nvSpPr>
        <p:spPr>
          <a:xfrm>
            <a:off x="5074920" y="2944368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new connectors v1.1 — 25 in v1.2 — 9 in v1.3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4727448" y="3127248"/>
            <a:ext cx="4069080" cy="192024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4800600" y="3145536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80" name="Text 78"/>
          <p:cNvSpPr/>
          <p:nvPr/>
        </p:nvSpPr>
        <p:spPr>
          <a:xfrm>
            <a:off x="5074920" y="3154680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158 connectors total in CLIENT_REGISTRY</a:t>
            </a:r>
            <a:endParaRPr lang="en-US" sz="800" dirty="0"/>
          </a:p>
        </p:txBody>
      </p:sp>
      <p:sp>
        <p:nvSpPr>
          <p:cNvPr id="81" name="Shape 79"/>
          <p:cNvSpPr/>
          <p:nvPr/>
        </p:nvSpPr>
        <p:spPr>
          <a:xfrm>
            <a:off x="4727448" y="3337560"/>
            <a:ext cx="4069080" cy="192024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4800600" y="3355848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83" name="Text 81"/>
          <p:cNvSpPr/>
          <p:nvPr/>
        </p:nvSpPr>
        <p:spPr>
          <a:xfrm>
            <a:off x="5074920" y="3364992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LLMClient: Claude · OpenAI · Grok · Gemini (v1.3)</a:t>
            </a:r>
            <a:endParaRPr lang="en-US" sz="800" dirty="0"/>
          </a:p>
        </p:txBody>
      </p:sp>
      <p:sp>
        <p:nvSpPr>
          <p:cNvPr id="84" name="Shape 82"/>
          <p:cNvSpPr/>
          <p:nvPr/>
        </p:nvSpPr>
        <p:spPr>
          <a:xfrm>
            <a:off x="4727448" y="3547872"/>
            <a:ext cx="4069080" cy="192024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4800600" y="3566160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86" name="Text 84"/>
          <p:cNvSpPr/>
          <p:nvPr/>
        </p:nvSpPr>
        <p:spPr>
          <a:xfrm>
            <a:off x="5074920" y="3575304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Engine (RBAC · Permission matrix · audit hook)</a:t>
            </a:r>
            <a:endParaRPr lang="en-US" sz="800" dirty="0"/>
          </a:p>
        </p:txBody>
      </p:sp>
      <p:sp>
        <p:nvSpPr>
          <p:cNvPr id="87" name="Shape 85"/>
          <p:cNvSpPr/>
          <p:nvPr/>
        </p:nvSpPr>
        <p:spPr>
          <a:xfrm>
            <a:off x="4727448" y="3758184"/>
            <a:ext cx="4069080" cy="192024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4800600" y="3776472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89" name="Text 87"/>
          <p:cNvSpPr/>
          <p:nvPr/>
        </p:nvSpPr>
        <p:spPr>
          <a:xfrm>
            <a:off x="5074920" y="3785616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Lineage tracking (append-only event log)</a:t>
            </a:r>
            <a:endParaRPr lang="en-US" sz="800" dirty="0"/>
          </a:p>
        </p:txBody>
      </p:sp>
      <p:sp>
        <p:nvSpPr>
          <p:cNvPr id="90" name="Shape 88"/>
          <p:cNvSpPr/>
          <p:nvPr/>
        </p:nvSpPr>
        <p:spPr>
          <a:xfrm>
            <a:off x="4727448" y="3968496"/>
            <a:ext cx="4069080" cy="192024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4800600" y="3986784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92" name="Text 90"/>
          <p:cNvSpPr/>
          <p:nvPr/>
        </p:nvSpPr>
        <p:spPr>
          <a:xfrm>
            <a:off x="5074920" y="3995928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Metrics (ring-buffer · 9 metric types)</a:t>
            </a:r>
            <a:endParaRPr lang="en-US" sz="800" dirty="0"/>
          </a:p>
        </p:txBody>
      </p:sp>
      <p:sp>
        <p:nvSpPr>
          <p:cNvPr id="93" name="Shape 91"/>
          <p:cNvSpPr/>
          <p:nvPr/>
        </p:nvSpPr>
        <p:spPr>
          <a:xfrm>
            <a:off x="4727448" y="4178808"/>
            <a:ext cx="4069080" cy="192024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4800600" y="4197096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95" name="Text 93"/>
          <p:cNvSpPr/>
          <p:nvPr/>
        </p:nvSpPr>
        <p:spPr>
          <a:xfrm>
            <a:off x="5074920" y="4206240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Intel Review Queue (submit → approve → promote)</a:t>
            </a:r>
            <a:endParaRPr lang="en-US" sz="800" dirty="0"/>
          </a:p>
        </p:txBody>
      </p:sp>
      <p:sp>
        <p:nvSpPr>
          <p:cNvPr id="96" name="Shape 94"/>
          <p:cNvSpPr/>
          <p:nvPr/>
        </p:nvSpPr>
        <p:spPr>
          <a:xfrm>
            <a:off x="4727448" y="4389120"/>
            <a:ext cx="4069080" cy="192024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4800600" y="4407408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98" name="Text 96"/>
          <p:cNvSpPr/>
          <p:nvPr/>
        </p:nvSpPr>
        <p:spPr>
          <a:xfrm>
            <a:off x="5074920" y="4416552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4: ExecutionContext + Domain Boundaries (v1.6)</a:t>
            </a:r>
            <a:endParaRPr lang="en-US" sz="800" dirty="0"/>
          </a:p>
        </p:txBody>
      </p:sp>
      <p:sp>
        <p:nvSpPr>
          <p:cNvPr id="99" name="Shape 97"/>
          <p:cNvSpPr/>
          <p:nvPr/>
        </p:nvSpPr>
        <p:spPr>
          <a:xfrm>
            <a:off x="4727448" y="4599432"/>
            <a:ext cx="4069080" cy="192024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4800600" y="4617720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101" name="Text 99"/>
          <p:cNvSpPr/>
          <p:nvPr/>
        </p:nvSpPr>
        <p:spPr>
          <a:xfrm>
            <a:off x="5074920" y="4626864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4: HypothesisEngine + NegativeEvidence + ReasoningEngine</a:t>
            </a:r>
            <a:endParaRPr lang="en-US" sz="800" dirty="0"/>
          </a:p>
        </p:txBody>
      </p:sp>
      <p:sp>
        <p:nvSpPr>
          <p:cNvPr id="102" name="Shape 100"/>
          <p:cNvSpPr/>
          <p:nvPr/>
        </p:nvSpPr>
        <p:spPr>
          <a:xfrm>
            <a:off x="4727448" y="4809744"/>
            <a:ext cx="4069080" cy="192024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4800600" y="4828032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104" name="Text 102"/>
          <p:cNvSpPr/>
          <p:nvPr/>
        </p:nvSpPr>
        <p:spPr>
          <a:xfrm>
            <a:off x="5074920" y="4837176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4: AgentGovernor + HITLGateway + Workspace Trust Boundary</a:t>
            </a:r>
            <a:endParaRPr lang="en-US" sz="800" dirty="0"/>
          </a:p>
        </p:txBody>
      </p:sp>
      <p:sp>
        <p:nvSpPr>
          <p:cNvPr id="105" name="Shape 103"/>
          <p:cNvSpPr/>
          <p:nvPr/>
        </p:nvSpPr>
        <p:spPr>
          <a:xfrm>
            <a:off x="320040" y="4837176"/>
            <a:ext cx="8503920" cy="20116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429768" y="4855464"/>
            <a:ext cx="83759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Reference: EXAMPLES.md  ·  IMPLEMENTATION_PLAN.md  ·  ARCHITECTURE_DECISIONS.md  ·  CHANGELOG.md</a:t>
            </a:r>
            <a:endParaRPr lang="en-US" sz="8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9144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457200" y="18288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library. Every platform. Total control.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487168"/>
            <a:ext cx="822960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158 connectors · STIX 2.1 ORM · Ingest + Export pipelines · Kafka telemetry ingestion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HuntGNAT: STIX → Sigma/YARA/Suricata/Snort · Hunt packages · ATT&amp;CK coverage · Drift detection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Attribution: Campaign tracking · Diamond Model · Kill-chain · Actor profiles · Infrastructure classification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 (Claude · OpenAI · Grok · Gemini) · TAXII 2.1 · Policy RBAC  ·  5,100+ tests · ~$50/month Azure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3886200"/>
            <a:ext cx="7772400" cy="0"/>
          </a:xfrm>
          <a:prstGeom prst="line">
            <a:avLst/>
          </a:prstGeom>
          <a:noFill/>
          <a:ln w="19050">
            <a:solidFill>
              <a:srgbClr val="0891B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40233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1.5.0  |  Python 3.9+  |  Apache 2.0  |  EXAMPLES.md · IMPLEMENTATION_PLAN.md · README.md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GNAT: GNAT's Not Another TIP</dc:title>
  <dc:subject>PptxGenJS Presentation</dc:subject>
  <dc:creator>wrhalpin@gmail.com</dc:creator>
  <cp:lastModifiedBy>wrhalpin@gmail.com</cp:lastModifiedBy>
  <cp:revision>1</cp:revision>
  <dcterms:created xsi:type="dcterms:W3CDTF">2026-04-18T19:35:40Z</dcterms:created>
  <dcterms:modified xsi:type="dcterms:W3CDTF">2026-04-18T19:35:40Z</dcterms:modified>
</cp:coreProperties>
</file>