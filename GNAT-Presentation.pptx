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01168" y="4480560"/>
            <a:ext cx="894283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GNAT's Not Another TIP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1206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 Connectors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4884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20370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2606040"/>
            <a:ext cx="1508760" cy="32918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89534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3212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58698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22376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27862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Multi-Format Reports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threat intelligence library — abstract, normalise, automate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  |  Python 3.9+  |  STIX 2.1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Fragmented Threat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is an island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39776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Different APIs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platform has its own auth scheme, data model, and SDK. ThreatQ OAuth2 ≠ CrowdStrike OAuth2 ≠ VirusTotal API key.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3017520"/>
            <a:ext cx="39776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 Model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indicator in ThreatQ looks nothing like one in CrowdStrike or Splunk. Correlation requires manual mapping.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1463040"/>
            <a:ext cx="39776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Code Per Integration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source or destination means new scripts with no shared error handling, retry logic, or scheduling.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3017520"/>
            <a:ext cx="39776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 Automation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scripts break when APIs change. No tests, no versioning, no consistent patterns.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One Library, Every Platform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GNAT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SDK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auth, errors, retries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data model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testing or scheduling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2926080"/>
            <a:ext cx="822960" cy="0"/>
          </a:xfrm>
          <a:prstGeom prst="line">
            <a:avLst/>
          </a:prstGeom>
          <a:noFill/>
          <a:ln w="317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114800" y="3063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GNAT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SAKConfig  →  one config.ini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SAKClient  →  one interface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everywhere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IngestPipeline  →  pull any source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ExportPipeline  →  push to EDLs/CE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 →  all jobs, one place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ReportGenerator  →  PDF/HTML/DOCX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 →  shared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The Middle Layer Model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229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/ AUTOMATION LAYER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3327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Workstations · SOAR · Scheduled jobs · CLI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434840" y="1298448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0040" y="1389888"/>
            <a:ext cx="8503920" cy="5212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356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CORE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6459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· Export · Agents · Research Library · Reports · Visualization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434840" y="1911096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0040" y="2002536"/>
            <a:ext cx="8503920" cy="52120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482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+ 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5856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 · ThreatActor · Vulnerability · AttackPattern · Relationship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434840" y="2523744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0040" y="2615184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66090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LAYER (29 platforms)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8712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Splunk · Elastic · Wazuh · QRadar · Sentinel · Zeek · Suricata · Snort · MISP · OTX · Graylog · …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434840" y="3136392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20040" y="3227832"/>
            <a:ext cx="8503920" cy="521208"/>
          </a:xfrm>
          <a:prstGeom prst="rect">
            <a:avLst/>
          </a:prstGeom>
          <a:solidFill>
            <a:srgbClr val="6B72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735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PLATFORMS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4838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APIs, feeds, SIEMs, EDRs, vulnerability scanners, threat intel platforms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0040" y="388620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urllib3 / httpx transport — zero cloud dependencies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 Platform Connectors — One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" y="777240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82880" y="777240"/>
            <a:ext cx="139903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" y="868680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19456" y="114300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· Full CRUD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618488" y="777240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618488" y="777240"/>
            <a:ext cx="139903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664208" y="868680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55064" y="114300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· Full CRUD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054096" y="777240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054096" y="777240"/>
            <a:ext cx="139903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099816" y="868680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090672" y="114300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· Search/KVStore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489704" y="777240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489704" y="777240"/>
            <a:ext cx="1399032" cy="5486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35424" y="868680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Future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26280" y="114300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· Alert API v3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925312" y="777240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925312" y="777240"/>
            <a:ext cx="1399032" cy="5486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971032" y="868680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61888" y="114300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· CE API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360920" y="777240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360920" y="777240"/>
            <a:ext cx="1399032" cy="5486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406640" y="868680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Proofpoint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397496" y="114300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auth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182880" y="1581912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182880" y="1581912"/>
            <a:ext cx="139903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28600" y="167335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19456" y="19476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Incidents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1618488" y="1581912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1618488" y="1581912"/>
            <a:ext cx="1399032" cy="5486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664208" y="167335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RiskRecon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55064" y="19476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· Findings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054096" y="1581912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3054096" y="1581912"/>
            <a:ext cx="1399032" cy="5486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3099816" y="167335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Whistic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090672" y="19476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Vendor risk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89704" y="1581912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4489704" y="1581912"/>
            <a:ext cx="139903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4535424" y="167335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Feedly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26280" y="19476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· IOC/TTP feeds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925312" y="1581912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5925312" y="1581912"/>
            <a:ext cx="139903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5971032" y="167335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GreyMatter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961888" y="19476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· Full CRUD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360920" y="1581912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7360920" y="1581912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7406640" y="1673352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397496" y="19476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File/IP/URL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182880" y="2386584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182880" y="2386584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28600" y="247802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ShadowServer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219456" y="2752344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Scan/ASN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1618488" y="2386584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618488" y="2386584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64208" y="247802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Rapid7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655064" y="2752344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Vuln/Asset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3054096" y="2386584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3054096" y="2386584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3099816" y="247802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Nucleus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3090672" y="2752344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Asset/Vuln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4489704" y="2386584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4489704" y="2386584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4535424" y="247802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ControlUp DEX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4526280" y="2752344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· Endpoint UX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5925312" y="2386584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5925312" y="2386584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5971032" y="247802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AlienVault OTX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5961888" y="2752344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IOC/Pulses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7360920" y="2386584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4" name="Shape 72"/>
          <p:cNvSpPr/>
          <p:nvPr/>
        </p:nvSpPr>
        <p:spPr>
          <a:xfrm>
            <a:off x="7360920" y="2386584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7406640" y="2478024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SIEM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7397496" y="2752344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key/Basic · ECS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182880" y="3191256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182880" y="3191256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228600" y="3282696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Graylog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219456" y="355701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Log alerts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1618488" y="3191256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2" name="Shape 80"/>
          <p:cNvSpPr/>
          <p:nvPr/>
        </p:nvSpPr>
        <p:spPr>
          <a:xfrm>
            <a:off x="1618488" y="3191256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1664208" y="3282696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MISP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1655064" y="355701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Full CRUD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3054096" y="3191256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6" name="Shape 84"/>
          <p:cNvSpPr/>
          <p:nvPr/>
        </p:nvSpPr>
        <p:spPr>
          <a:xfrm>
            <a:off x="3054096" y="3191256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3099816" y="3282696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OpenCTI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3090672" y="355701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GraphQL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4489704" y="3191256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0" name="Shape 88"/>
          <p:cNvSpPr/>
          <p:nvPr/>
        </p:nvSpPr>
        <p:spPr>
          <a:xfrm>
            <a:off x="4489704" y="3191256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4535424" y="3282696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OSSIM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4526280" y="355701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auth · Events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5925312" y="3191256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4" name="Shape 92"/>
          <p:cNvSpPr/>
          <p:nvPr/>
        </p:nvSpPr>
        <p:spPr>
          <a:xfrm>
            <a:off x="5925312" y="3191256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5" name="Text 93"/>
          <p:cNvSpPr/>
          <p:nvPr/>
        </p:nvSpPr>
        <p:spPr>
          <a:xfrm>
            <a:off x="5971032" y="3282696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QRadar</a:t>
            </a:r>
            <a:endParaRPr lang="en-US" sz="900" dirty="0"/>
          </a:p>
        </p:txBody>
      </p:sp>
      <p:sp>
        <p:nvSpPr>
          <p:cNvPr id="96" name="Text 94"/>
          <p:cNvSpPr/>
          <p:nvPr/>
        </p:nvSpPr>
        <p:spPr>
          <a:xfrm>
            <a:off x="5961888" y="355701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token · Offenses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7360920" y="3191256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8" name="Shape 96"/>
          <p:cNvSpPr/>
          <p:nvPr/>
        </p:nvSpPr>
        <p:spPr>
          <a:xfrm>
            <a:off x="7360920" y="3191256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/>
          <p:nvPr/>
        </p:nvSpPr>
        <p:spPr>
          <a:xfrm>
            <a:off x="7406640" y="3282696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Onion</a:t>
            </a:r>
            <a:endParaRPr lang="en-US" sz="900" dirty="0"/>
          </a:p>
        </p:txBody>
      </p:sp>
      <p:sp>
        <p:nvSpPr>
          <p:cNvPr id="100" name="Text 98"/>
          <p:cNvSpPr/>
          <p:nvPr/>
        </p:nvSpPr>
        <p:spPr>
          <a:xfrm>
            <a:off x="7397496" y="355701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· Alerts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182880" y="3995928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2" name="Shape 100"/>
          <p:cNvSpPr/>
          <p:nvPr/>
        </p:nvSpPr>
        <p:spPr>
          <a:xfrm>
            <a:off x="182880" y="3995928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3" name="Text 101"/>
          <p:cNvSpPr/>
          <p:nvPr/>
        </p:nvSpPr>
        <p:spPr>
          <a:xfrm>
            <a:off x="228600" y="4087368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Sentinel</a:t>
            </a:r>
            <a:endParaRPr lang="en-US" sz="900" dirty="0"/>
          </a:p>
        </p:txBody>
      </p:sp>
      <p:sp>
        <p:nvSpPr>
          <p:cNvPr id="104" name="Text 102"/>
          <p:cNvSpPr/>
          <p:nvPr/>
        </p:nvSpPr>
        <p:spPr>
          <a:xfrm>
            <a:off x="219456" y="436168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OAuth2/AAD · Incidents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1618488" y="3995928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6" name="Shape 104"/>
          <p:cNvSpPr/>
          <p:nvPr/>
        </p:nvSpPr>
        <p:spPr>
          <a:xfrm>
            <a:off x="1618488" y="3995928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7" name="Text 105"/>
          <p:cNvSpPr/>
          <p:nvPr/>
        </p:nvSpPr>
        <p:spPr>
          <a:xfrm>
            <a:off x="1664208" y="4087368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Snort IDS</a:t>
            </a:r>
            <a:endParaRPr lang="en-US" sz="900" dirty="0"/>
          </a:p>
        </p:txBody>
      </p:sp>
      <p:sp>
        <p:nvSpPr>
          <p:cNvPr id="108" name="Text 106"/>
          <p:cNvSpPr/>
          <p:nvPr/>
        </p:nvSpPr>
        <p:spPr>
          <a:xfrm>
            <a:off x="1655064" y="436168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File/Syslog · Rules</a:t>
            </a:r>
            <a:endParaRPr lang="en-US" sz="750" dirty="0"/>
          </a:p>
        </p:txBody>
      </p:sp>
      <p:sp>
        <p:nvSpPr>
          <p:cNvPr id="109" name="Shape 107"/>
          <p:cNvSpPr/>
          <p:nvPr/>
        </p:nvSpPr>
        <p:spPr>
          <a:xfrm>
            <a:off x="3054096" y="3995928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0" name="Shape 108"/>
          <p:cNvSpPr/>
          <p:nvPr/>
        </p:nvSpPr>
        <p:spPr>
          <a:xfrm>
            <a:off x="3054096" y="3995928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1" name="Text 109"/>
          <p:cNvSpPr/>
          <p:nvPr/>
        </p:nvSpPr>
        <p:spPr>
          <a:xfrm>
            <a:off x="3099816" y="4087368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</a:t>
            </a:r>
            <a:endParaRPr lang="en-US" sz="900" dirty="0"/>
          </a:p>
        </p:txBody>
      </p:sp>
      <p:sp>
        <p:nvSpPr>
          <p:cNvPr id="112" name="Text 110"/>
          <p:cNvSpPr/>
          <p:nvPr/>
        </p:nvSpPr>
        <p:spPr>
          <a:xfrm>
            <a:off x="3090672" y="436168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File/Syslog · EVE JSON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4489704" y="3995928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4" name="Shape 112"/>
          <p:cNvSpPr/>
          <p:nvPr/>
        </p:nvSpPr>
        <p:spPr>
          <a:xfrm>
            <a:off x="4489704" y="3995928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5" name="Text 113"/>
          <p:cNvSpPr/>
          <p:nvPr/>
        </p:nvSpPr>
        <p:spPr>
          <a:xfrm>
            <a:off x="4535424" y="4087368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Wazuh</a:t>
            </a:r>
            <a:endParaRPr lang="en-US" sz="900" dirty="0"/>
          </a:p>
        </p:txBody>
      </p:sp>
      <p:sp>
        <p:nvSpPr>
          <p:cNvPr id="116" name="Text 114"/>
          <p:cNvSpPr/>
          <p:nvPr/>
        </p:nvSpPr>
        <p:spPr>
          <a:xfrm>
            <a:off x="4526280" y="436168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key/Basic · Alerts</a:t>
            </a:r>
            <a:endParaRPr lang="en-US" sz="750" dirty="0"/>
          </a:p>
        </p:txBody>
      </p:sp>
      <p:sp>
        <p:nvSpPr>
          <p:cNvPr id="117" name="Shape 115"/>
          <p:cNvSpPr/>
          <p:nvPr/>
        </p:nvSpPr>
        <p:spPr>
          <a:xfrm>
            <a:off x="5925312" y="3995928"/>
            <a:ext cx="139903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8" name="Shape 116"/>
          <p:cNvSpPr/>
          <p:nvPr/>
        </p:nvSpPr>
        <p:spPr>
          <a:xfrm>
            <a:off x="5925312" y="3995928"/>
            <a:ext cx="139903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9" name="Text 117"/>
          <p:cNvSpPr/>
          <p:nvPr/>
        </p:nvSpPr>
        <p:spPr>
          <a:xfrm>
            <a:off x="5971032" y="4087368"/>
            <a:ext cx="1307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Zeek</a:t>
            </a:r>
            <a:endParaRPr lang="en-US" sz="900" dirty="0"/>
          </a:p>
        </p:txBody>
      </p:sp>
      <p:sp>
        <p:nvSpPr>
          <p:cNvPr id="120" name="Text 118"/>
          <p:cNvSpPr/>
          <p:nvPr/>
        </p:nvSpPr>
        <p:spPr>
          <a:xfrm>
            <a:off x="5961888" y="436168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File/Syslog · Conn logs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320040" y="4663440"/>
            <a:ext cx="164592" cy="16459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2" name="Text 120"/>
          <p:cNvSpPr/>
          <p:nvPr/>
        </p:nvSpPr>
        <p:spPr>
          <a:xfrm>
            <a:off x="548640" y="46634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connectors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3063240" y="4663440"/>
            <a:ext cx="164592" cy="16459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4" name="Text 122"/>
          <p:cNvSpPr/>
          <p:nvPr/>
        </p:nvSpPr>
        <p:spPr>
          <a:xfrm>
            <a:off x="3291840" y="46634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Read/specialised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5806440" y="4663440"/>
            <a:ext cx="164592" cy="16459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6" name="Text 124"/>
          <p:cNvSpPr/>
          <p:nvPr/>
        </p:nvSpPr>
        <p:spPr>
          <a:xfrm>
            <a:off x="6035040" y="46634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— v1.0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— A Universal Data Contract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 from every connector normalises into the same STIX 2.1 types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65176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109728" cy="13898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IOCs with STIX patterns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[domain-name:value = '...']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1280160"/>
            <a:ext cx="265176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280160"/>
            <a:ext cx="109728" cy="13898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584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ThreatActor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profiles, aliases,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motivation, attribution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280160"/>
            <a:ext cx="265176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89320" y="1280160"/>
            <a:ext cx="109728" cy="13898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9048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CVEs, CVSS scores,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exploited flag, products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834640"/>
            <a:ext cx="265176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834640"/>
            <a:ext cx="109728" cy="1389888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20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TTPs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tactic mapping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54680" y="2834640"/>
            <a:ext cx="265176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54680" y="2834640"/>
            <a:ext cx="109728" cy="1389888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584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5584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families,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capabilities, types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989320" y="2834640"/>
            <a:ext cx="265176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989320" y="2834640"/>
            <a:ext cx="109728" cy="138988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048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9048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between objects: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indicates, uses, targets…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+ Export Pipelines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PIPELINE  (pull from platforms)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12344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931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reader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· CSV · STIX · Syslog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· Email · Splunk · Elastic…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581912" y="2075688"/>
            <a:ext cx="10972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691640" y="1234440"/>
            <a:ext cx="12344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7647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7647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mapper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FlatIOC · STIX · MISP · CEF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· NVD CVE · Feedly…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953512" y="2075688"/>
            <a:ext cx="10972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063240" y="1234440"/>
            <a:ext cx="12344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1363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363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ORM objects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· confidence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tag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PIPELINE  (push to destinations)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00600" y="1234440"/>
            <a:ext cx="12344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737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ExportFilter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737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TypeFilter · ConfidenceFilter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TLPFilter · SectorFilter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IOCTypeFilter · LimitFilter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62472" y="2075688"/>
            <a:ext cx="10972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172200" y="1234440"/>
            <a:ext cx="12344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2453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ExportTransform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453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NetskopeCETransform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STIXBundle · CSV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434072" y="2075688"/>
            <a:ext cx="109728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543800" y="1234440"/>
            <a:ext cx="12344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6169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6169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 (HTTP)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MultiDelivery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20040" y="30632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ThreatQ → GNAT → Netskope CE (FQDN + URL + SHA256 every 15 min) → Tenant lists → Palo Alto EDLs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0040" y="3520440"/>
            <a:ext cx="850392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584448"/>
            <a:ext cx="83210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(ExportPipeline("tq-to-netskope")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.read_from(workspace)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.filter_with(TypeFilter("indicator")).filter_with(ConfidenceFilter(70))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.transform_with(NetskopeCETransform(source_label="ThreatQ", ioc_types=["domain","url","sha256"]))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.deliver_to(PlatformDelivery(netskope_client))).run()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— One Scheduler, All Jobs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19659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FeedJob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93192" y="1673352"/>
            <a:ext cx="181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job type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19659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868680"/>
            <a:ext cx="196596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496312" y="1673352"/>
            <a:ext cx="181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threading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26280" y="868680"/>
            <a:ext cx="196596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ExportJob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599432" y="1673352"/>
            <a:ext cx="181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export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629400" y="868680"/>
            <a:ext cx="224028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868680"/>
            <a:ext cx="224028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033272"/>
            <a:ext cx="209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702552" y="1673352"/>
            <a:ext cx="2093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reports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20040" y="221284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job type in GNAT extends FeedJob and runs in the same FeedScheduler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2633472"/>
            <a:ext cx="4069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Drift-corrected timing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jobs stay hourly even when runs take 5 min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17720" y="2633472"/>
            <a:ext cx="4069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8231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protection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8231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or queue policy — never two runs of the same job simultaneously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3291840"/>
            <a:ext cx="4069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ctx.last_success_iso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ingestion: readers receive the last success timestamp automatically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17720" y="3291840"/>
            <a:ext cx="4069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On-success / on-failure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78231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 for alerting, logging, and downstream triggers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3950208"/>
            <a:ext cx="4069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004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/ Celery adapters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8463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jobs to external schedulers for teams with existing infrastructure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617720" y="3950208"/>
            <a:ext cx="4069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1772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8231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to_cron_lines()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78231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crontab entries for simple server deployments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— Claude-Powered Threat Research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ResearchAgent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Topic-driven: synthesise research on threat actors, CVEs, campaigns.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Feed-driven: monitor sources for new threat content.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Claude API with web_search tool.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868680"/>
            <a:ext cx="265176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868680"/>
            <a:ext cx="2651760" cy="4754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ParsingAgent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6440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6440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structured STIX from any unstructured text.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Flexible: IOCs + TTPs + actors + CVEs — whatever is present.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 capped at confidence ≤ 60, tagged x_source_type=ai_extracted.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89320" y="868680"/>
            <a:ext cx="2651760" cy="21488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89320" y="868680"/>
            <a:ext cx="2651760" cy="47548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9904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CopilotReader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9904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904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Microsoft Copilot via DirectLine for M365 content.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sources: SharePoint libraries, mailboxes, Teams channels.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feeds directly into ParsingAgent.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154680"/>
            <a:ext cx="8503920" cy="777240"/>
          </a:xfrm>
          <a:prstGeom prst="rect">
            <a:avLst/>
          </a:prstGeom>
          <a:solidFill>
            <a:srgbClr val="FFF3CD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2278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AI Trust Model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" y="344728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confidence_ceiling = 60 (configurable) prevents AI-extracted intel from reaching EDLs at high confidence without analyst review. All AI objects tagged x_source_type='ai_extracted'. Export pipelines default to ConfidenceFilter(min=70), which excludes AI intel until reviewed.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— Shared Team Knowledge Base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5029200" cy="77724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326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WORKSPACES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Analyst-owned · Active investigation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68880" y="1645920"/>
            <a:ext cx="0" cy="18288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0040" y="1828800"/>
            <a:ext cx="5029200" cy="7772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8928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 (_gnat_staging)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lib.promote(ws, topic, researcher, note='…')  →  anyone can write, nothing auto-reads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68880" y="2606040"/>
            <a:ext cx="0" cy="18288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0040" y="2788920"/>
            <a:ext cx="502920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(_gnat_library)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31272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· Read-only to analysts · Managed by CurationJob every 4h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577840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by Category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170432"/>
          <a:ext cx="3246120" cy="2011680"/>
        </p:xfrm>
        <a:graphic>
          <a:graphicData uri="http://schemas.openxmlformats.org/drawingml/2006/table">
            <a:tbl>
              <a:tblPr/>
              <a:tblGrid>
                <a:gridCol w="1005840"/>
                <a:gridCol w="868680"/>
                <a:gridCol w="1371600"/>
              </a:tblGrid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TTL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Rationale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IOCs rotate quickly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vulnerability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Exploitability changes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Evolves over weeks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threat_actor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Slow-changing TTPs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Conservative fallback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20040" y="3931920"/>
            <a:ext cx="8503920" cy="640080"/>
          </a:xfrm>
          <a:prstGeom prst="rect">
            <a:avLst/>
          </a:prstGeom>
          <a:solidFill>
            <a:srgbClr val="EBF2FB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checks lib.is_fresh("APT29") before running ResearchAgent. After review, promotes to staging with an optional analyst note. CurationJob deduplicates (most recent wins) and promotes to library.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Report Generation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Intel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 daily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976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2588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976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analysts / shift handoff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 · Markdown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54680" y="86868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54680" y="868680"/>
            <a:ext cx="2651760" cy="41148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6440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6440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6052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6440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6052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6440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16052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leads / analysts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6440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16052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89320" y="868680"/>
            <a:ext cx="265176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89320" y="868680"/>
            <a:ext cx="2651760" cy="41148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9904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Yearly Intel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9904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99516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/ manual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09904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9516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9904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9516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/ compliance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9904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9516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004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pipeline: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DataAggregator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AI)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221992" y="4160520"/>
            <a:ext cx="219456" cy="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246888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ReportSynthesizer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 call/section)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370832" y="4160520"/>
            <a:ext cx="219456" cy="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461772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9087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Renderers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MD/HTML/PDF/DOCX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519672" y="4160520"/>
            <a:ext cx="219456" cy="0"/>
          </a:xfrm>
          <a:prstGeom prst="line">
            <a:avLst/>
          </a:prstGeom>
          <a:noFill/>
          <a:ln w="19050">
            <a:solidFill>
              <a:srgbClr val="06B6D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76656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3971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SharePoint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Targeting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— the canonical cross-platform sector field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560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25603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(default)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objects tagged with at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one listed sector.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objects also pass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(non-strict mode).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063240" y="1280160"/>
            <a:ext cx="2560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63240" y="1280160"/>
            <a:ext cx="25603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729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1729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all listed sectors 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present on the object.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Strict: only tagged objects.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06440" y="1280160"/>
            <a:ext cx="2560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06440" y="1280160"/>
            <a:ext cx="256032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161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strict=True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161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untagged objects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entirely. Only explicitly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objects are included.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3246120"/>
            <a:ext cx="8503920" cy="1536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310128"/>
            <a:ext cx="83210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[sector_aliases]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healthcare = Healthcare, Health, Medical, H-ISAC, Hospitals and Health Centers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financial  = Financial Services, Finance, Banking, FS-ISAC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energy     = Energy, Electric, Oil and Gas, E-ISAC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SectorFilter expands aliases so 'health' matches 'Healthcare' from ThreatQ and 'Health' from RF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Single Azure VM, Three Services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577840" cy="4005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412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VM B2s  (2 vCPU · 4 GB · ~$50/month)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5212080" cy="822960"/>
          </a:xfrm>
          <a:prstGeom prst="rect">
            <a:avLst/>
          </a:prstGeom>
          <a:solidFill>
            <a:srgbClr val="F0F4FA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80160"/>
            <a:ext cx="9144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135331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gnat-scheduler.service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8368" y="162763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286000"/>
            <a:ext cx="5212080" cy="822960"/>
          </a:xfrm>
          <a:prstGeom prst="rect">
            <a:avLst/>
          </a:prstGeom>
          <a:solidFill>
            <a:srgbClr val="F0F4FA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86000"/>
            <a:ext cx="91440" cy="82296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35915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gnat-edl.service  :8080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263347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EDLServer: serves indicator files to firewalls.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— survives scheduler restart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5212080" cy="822960"/>
          </a:xfrm>
          <a:prstGeom prst="rect">
            <a:avLst/>
          </a:prstGeom>
          <a:solidFill>
            <a:srgbClr val="F0F4FA"/>
          </a:solidFill>
          <a:ln w="12700">
            <a:solidFill>
              <a:srgbClr val="1629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291840"/>
            <a:ext cx="91440" cy="82296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36499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gnat-health.service  :8090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63931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ping check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3434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~/.gnat/config.ini · workspaces/ · /var/reports/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35040" y="804672"/>
            <a:ext cx="2788920" cy="40050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035040" y="804672"/>
            <a:ext cx="27889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72200" y="8412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Scale-out path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72200" y="129844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feeds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72200" y="1536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jobs → Azure Container Instances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172200" y="1956816"/>
            <a:ext cx="25146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72200" y="210312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SLA &lt; 5 min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72200" y="2340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 → dedicated B1s VM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72200" y="2761488"/>
            <a:ext cx="25146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72200" y="290779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analysts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72200" y="314553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FlatFileStore → PostgreSQL (1 config change)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72200" y="3566160"/>
            <a:ext cx="25146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72200" y="371246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72200" y="39502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VM per tenant, shared codebase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Abstraction Advantage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from ThreatQ to a new TIP? Change one config line. The pipeline, scheduler, reports, and export jobs all work unchanged. Your automation is not locked to any platform.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82296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Simplicity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6440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changes affect one connector file, not every script. Tests cover all 29 connectors uniformly. One library version number covers the entire integration stack.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89320" y="82296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Consistency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904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exposes get_object(), list_objects(), upsert_object(), to_stix(), from_stix(). Analysts learn one mental model once and it works everywhere.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83464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Coherence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scheduler, one health endpoint, one log stream. No more asking which of 15 scripts ran overnight and whether it worked. FeedScheduler.summary() answers all of that.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54680" y="283464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54680" y="283464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6440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Adoption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6440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is independently useful. Start with connectors only. Add ingest. Add export. Add AI. Add reports. The stack is additive — you never have to replace working parts.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9904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784 unit tests across 25 test files. Every connector, every pipeline stage, every renderer, every scheduler behaviour. Confidence in changes without regression fear.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Sidecar — Solr Full-Text Search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STIX object indexed in Solr 9.x — search across all connectors simultaneously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325880"/>
            <a:ext cx="27432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32588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GNATIndexer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gnat/search/index.py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Add/update/delete Solr documents. Batch indexing with configurable batch_size. Field-mapped from STIX objects.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54680" y="1325880"/>
            <a:ext cx="27432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32588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gnat/search/mixin.py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4612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connector mixin. Auto-indexes on upsert_object() calls. Zero code change to existing connectors.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1325880"/>
            <a:ext cx="27432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32588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gnat/search/orm_with_mixin.py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2648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SearchMixin-enhanced STIX objects. Transparent to existing ORM code.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108960"/>
            <a:ext cx="27432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10896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Patch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gnat/search/pipeline_patch.py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6576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IngestPipeline to route records through Solr indexer post-map.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154680" y="3108960"/>
            <a:ext cx="27432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154680" y="310896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4612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Patch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4612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gnat/search/library_patch.py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24612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search-backed lookups. Cross-source correlation at query time.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035040" y="3108960"/>
            <a:ext cx="27432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35040" y="310896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Schema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solr_schema_gnat.xml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12648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9.x schema for GNAT fields: type, value, confidence, x_target_sectors, tlp, source, timestamp.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F0F4FA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70001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[search] section in gnat.ini  ·  solr_url = http://localhost:8983/solr/gnat  ·  enabled = true  ·  batch_size = 100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2468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29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12648" y="111556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12648" y="193852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468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246120" y="91440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355848" y="111556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2,424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3355848" y="193852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9320" y="914400"/>
            <a:ext cx="2468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9893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099048" y="111556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099048" y="193852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2468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02920" y="283464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12648" y="303580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~$50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12648" y="385876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Azure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Cost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2834640"/>
            <a:ext cx="2468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3246120" y="2834640"/>
            <a:ext cx="246888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355848" y="303580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3355848" y="385876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 (default)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4688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989320" y="283464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099048" y="3035808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hrs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099048" y="385876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 Job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Sequence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1-2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1417320"/>
            <a:ext cx="1325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+ configure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connectivity: gnat ping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ingest dry-run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673352" y="1069848"/>
            <a:ext cx="914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78308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2880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3-5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783080" y="1417320"/>
            <a:ext cx="1325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5623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5623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connector configs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ingest jobs (TQ, RF, CS)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running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36392" y="1069848"/>
            <a:ext cx="914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24612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9184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6-8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246120" y="1417320"/>
            <a:ext cx="1325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1927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1927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ExportJob (15 min)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files hourly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TQ → CE → firewall EDLs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599432" y="1069848"/>
            <a:ext cx="914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70916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5488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9-10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4709160" y="1417320"/>
            <a:ext cx="1325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8231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8231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[claude] in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ResearchAgent query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CurationJob to scheduler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062472" y="1069848"/>
            <a:ext cx="914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17220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1792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11-14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172200" y="1417320"/>
            <a:ext cx="1325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4535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24535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 — review PDF/HTML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email delivery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 at 06:00 daily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525512" y="1069848"/>
            <a:ext cx="914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635240" y="822960"/>
            <a:ext cx="1325880" cy="50292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6809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6809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635240" y="1417320"/>
            <a:ext cx="1325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083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7083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config templates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EXAMPLES.md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review process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044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Items &amp; Roadmap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206240" cy="32004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20040" y="804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— VERIFY BEFORE PRODUCTION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207008"/>
            <a:ext cx="39319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ThreatQ: verify x_target_sectors field names in STIX export (see PENDING_ITEMS.md §1)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RecordedFuture, CrowdStrike, VT, ShadowServer, Nucleus: sector normalization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renderer: npm install -g docx required on deployment host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WorkspaceManager.default() method: verify or add to context/workspace.py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DirectLine: test token refresh behavior in production Bot Framework setup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54880" y="804672"/>
            <a:ext cx="4069080" cy="3200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754880" y="804672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NEXT ADDITIONS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92040" y="1207008"/>
            <a:ext cx="37947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gnat report run --config report.daily_healthcare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SectorFilter: move to export/filters.py for use in both export and report layers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CHANGELOG: all versions documented through [Unreleased]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body: use rendered HTML report as email body (not generic text)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Solr/Grafana observability sidecar: ✅ Complete (gnat viz serve --with-solr)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 for MSP deployments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3401568"/>
            <a:ext cx="8503920" cy="1389888"/>
          </a:xfrm>
          <a:prstGeom prst="rect">
            <a:avLst/>
          </a:prstGeom>
          <a:solidFill>
            <a:srgbClr val="EBF2FB"/>
          </a:solidFill>
          <a:ln w="635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02920" y="34930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Documents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37947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EXAMPLES.md  —  907-line code snippet reference for all modules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IMPLEMENTATION_PLAN.md  —  Architecture, deployment, cost model, runbook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PENDING_ITEMS.md  —  Detailed action items with exact file locations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ARCHITECTURE_DECISIONS.md  —  18 sections covering every major design decision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library. Every platform. Total control.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 connectors · STIX 2.1 · Ingest + Export pipelines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(Claude + Copilot) · Research library · Report generation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2,424 tests · ~$50/month Azure · Incremental adoption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749040"/>
            <a:ext cx="77724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  |  Python 3.9+  |  See EXAMPLES.md · IMPLEMENTATION_PLAN.md · PENDING_ITEMS.md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8"/>
          </a:solidFill>
          <a:ln>
            <a:solidFill>
              <a:srgbClr val="0A0F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1722"/>
          </a:xfrm>
          <a:prstGeom prst="rect">
            <a:avLst/>
          </a:prstGeom>
          <a:solidFill>
            <a:srgbClr val="1E4D8C"/>
          </a:solidFill>
          <a:ln>
            <a:solidFill>
              <a:srgbClr val="1E4D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08610"/>
            <a:ext cx="82296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Rust Native Extension — Optional Performance Accelerator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77265"/>
            <a:ext cx="8229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gnat-core (PyO3 + maturin) accelerates the hot-path IOC functions used on every ingested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37310"/>
            <a:ext cx="8229600" cy="360045"/>
          </a:xfrm>
          <a:prstGeom prst="rect">
            <a:avLst/>
          </a:prstGeom>
          <a:solidFill>
            <a:srgbClr val="101E32"/>
          </a:solidFill>
          <a:ln>
            <a:solidFill>
              <a:srgbClr val="101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88745"/>
            <a:ext cx="804672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</a:rPr>
              <a:t>Function                     Description                               Speed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97355"/>
            <a:ext cx="8229600" cy="334327"/>
          </a:xfrm>
          <a:prstGeom prst="rect">
            <a:avLst/>
          </a:prstGeom>
          <a:solidFill>
            <a:srgbClr val="121A28"/>
          </a:solidFill>
          <a:ln>
            <a:solidFill>
              <a:srgbClr val="121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0787"/>
            <a:ext cx="2560320" cy="267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</a:rPr>
              <a:t>classify_ioc(value)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730787"/>
            <a:ext cx="5303520" cy="267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Classify IOC type: ip/domain/url/sha256/md5/sha1/email/ipv6/unknown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31682"/>
            <a:ext cx="8229600" cy="334327"/>
          </a:xfrm>
          <a:prstGeom prst="rect">
            <a:avLst/>
          </a:prstGeom>
          <a:solidFill>
            <a:srgbClr val="162030"/>
          </a:solidFill>
          <a:ln>
            <a:solidFill>
              <a:srgbClr val="162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065114"/>
            <a:ext cx="2560320" cy="267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</a:rPr>
              <a:t>classify_ioc_batch(values)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065114"/>
            <a:ext cx="5303520" cy="267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Bulk classify list — no Python loop overhead; returns list[str]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66009"/>
            <a:ext cx="8229600" cy="334327"/>
          </a:xfrm>
          <a:prstGeom prst="rect">
            <a:avLst/>
          </a:prstGeom>
          <a:solidFill>
            <a:srgbClr val="121A28"/>
          </a:solidFill>
          <a:ln>
            <a:solidFill>
              <a:srgbClr val="121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399441"/>
            <a:ext cx="2560320" cy="267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defang(value)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399441"/>
            <a:ext cx="5303520" cy="267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Reverse [.], hxxp://, hxxps:// substitutions safely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00336"/>
            <a:ext cx="8229600" cy="334327"/>
          </a:xfrm>
          <a:prstGeom prst="rect">
            <a:avLst/>
          </a:prstGeom>
          <a:solidFill>
            <a:srgbClr val="162030"/>
          </a:solidFill>
          <a:ln>
            <a:solidFill>
              <a:srgbClr val="162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733768"/>
            <a:ext cx="2560320" cy="267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refang(value)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733768"/>
            <a:ext cx="5303520" cy="267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Apply defanging transformations for safe display/sharing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034663"/>
            <a:ext cx="8229600" cy="334327"/>
          </a:xfrm>
          <a:prstGeom prst="rect">
            <a:avLst/>
          </a:prstGeom>
          <a:solidFill>
            <a:srgbClr val="121A28"/>
          </a:solidFill>
          <a:ln>
            <a:solidFill>
              <a:srgbClr val="121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068095"/>
            <a:ext cx="2560320" cy="267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</a:rPr>
              <a:t>extract_pattern_value(pat)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068095"/>
            <a:ext cx="5303520" cy="267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Extract quoted value from STIX pattern string: [type:field = 'value']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089082"/>
            <a:ext cx="82296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Shim pattern: gnat/ingest/_ioc_classifier.py tries import from gnat._core; falls back to pure-Python.</a:t>
            </a:r>
          </a:p>
          <a:p>
            <a:pPr algn="l"/>
            <a:r>
              <a:rPr sz="1100" b="0" i="0">
                <a:solidFill>
                  <a:srgbClr val="94A3B8"/>
                </a:solidFill>
              </a:rPr>
              <a:t>RUST_AVAILABLE flag is public API — check it in tests.   Install: pip install "gnat[fast]"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474845"/>
            <a:ext cx="82296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</a:rPr>
              <a:t>make build-rust        ← maturin build --release (CI/CD)</a:t>
            </a:r>
          </a:p>
          <a:p>
            <a:pPr algn="l"/>
            <a:r>
              <a:rPr sz="1000" b="0" i="0">
                <a:solidFill>
                  <a:srgbClr val="06B6D4"/>
                </a:solidFill>
              </a:rPr>
              <a:t>make build-rust-dev    ← maturin develop (local iteration)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8"/>
          </a:solidFill>
          <a:ln>
            <a:solidFill>
              <a:srgbClr val="0A0F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1722"/>
          </a:xfrm>
          <a:prstGeom prst="rect">
            <a:avLst/>
          </a:prstGeom>
          <a:solidFill>
            <a:srgbClr val="1E4D8C"/>
          </a:solidFill>
          <a:ln>
            <a:solidFill>
              <a:srgbClr val="1E4D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08610"/>
            <a:ext cx="82296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Graph Layout Algorithms — Math &amp;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77265"/>
            <a:ext cx="8229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Three algorithms selected by graph size; pure Python with zero numpy/scipy dependency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5875"/>
            <a:ext cx="2606040" cy="2623185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5875"/>
            <a:ext cx="46908" cy="2623185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411" y="1548193"/>
            <a:ext cx="2345436" cy="996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Fruchterman-Reingold  O(n²)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411" y="2466308"/>
            <a:ext cx="2397556" cy="1311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Used for: ≤ 200 nodes  |  Backend: networkx spring_layout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Spring-embedder model: attractive force Fa = d²/k, repulsive Fr = k²/d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k = C·√(area/n)  where C is an empirical constant (~1.0)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Temperature T controls max displacement; cooled each iteration: T ← T·(1−1/iters)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Rendered: Plotly 3D interactive (Jupyter-native)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285875"/>
            <a:ext cx="2606040" cy="2623185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285875"/>
            <a:ext cx="46908" cy="2623185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051" y="1548193"/>
            <a:ext cx="2345436" cy="996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Barnes-Hut ForceAtlas2  O(n log 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051" y="2466308"/>
            <a:ext cx="2397556" cy="1311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Used for: 200–1,000 nodes  |  Default mid-range layout (pure Python quad-tree)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Repulsion via quad-tree: build in O(n log n), each query in O(log n)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Barnes-Hut criterion: if cell_width²/d² &lt; θ² → treat cell as point mass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Attraction along edges: Fa = ka·d / max(deg_i, deg_j)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Gravity: Fg = −gravity·pos_i / (step+1)  pulls nodes toward origin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Measured: n=2,000 → 2.2 s  |  n=5,000 → 4.4 s  |  θ=0.8 (default)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85875"/>
            <a:ext cx="2606040" cy="2623185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285875"/>
            <a:ext cx="46908" cy="2623185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691" y="1548193"/>
            <a:ext cx="2345436" cy="996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Type-Cluster  O(n)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691" y="2466308"/>
            <a:ext cx="2397556" cy="1311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Used for: &gt; 1,000 nodes  |  Instant placement, no iteration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Step 1: group nodes by STIX type (indicator, threat-actor, vulnerability, …)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Step 2: place group centroid on Fibonacci spiral: r = √k, θ = k·φ  where φ = (1+√5)/2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Step 3: place nodes within group on smaller spiral + uniform jitter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Measured: n=3,000 in 0.003 s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Rendering: sigma.js WebGL for &gt; 300 nodes — handles 100K nodes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166235"/>
            <a:ext cx="82296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Rendering tier:  ≤ 300 nodes → Plotly 3D (interactive, Jupyter)  |  &gt; 300 nodes → sigma.js WebGL (self-contained HTML, search + filter + hover, ~200 KB @ 400 nodes, &lt; 0.2 s load)</a:t>
            </a:r>
          </a:p>
          <a:p>
            <a:pPr algn="l"/>
            <a:r>
              <a:rPr sz="1000" b="0" i="0">
                <a:solidFill>
                  <a:srgbClr val="94A3B8"/>
                </a:solidFill>
              </a:rPr>
              <a:t>to_graph_json() → Grafana graph panel format  |  show(renderer='sigma|plotly3d')  |  show(cluster_threshold=N)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8"/>
          </a:solidFill>
          <a:ln>
            <a:solidFill>
              <a:srgbClr val="0A0F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1722"/>
          </a:xfrm>
          <a:prstGeom prst="rect">
            <a:avLst/>
          </a:prstGeom>
          <a:solidFill>
            <a:srgbClr val="1E4D8C"/>
          </a:solidFill>
          <a:ln>
            <a:solidFill>
              <a:srgbClr val="1E4D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08610"/>
            <a:ext cx="82296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NLP Query Engine — Natural-Language Threat Intelligence Queries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77265"/>
            <a:ext cx="8229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Translate free-text queries into structured QuerySpec objects dispatched to any connector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37310"/>
            <a:ext cx="3840480" cy="360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</a:rPr>
              <a:t>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931920" cy="385763"/>
          </a:xfrm>
          <a:prstGeom prst="rect">
            <a:avLst/>
          </a:prstGeom>
          <a:solidFill>
            <a:srgbClr val="141E2E"/>
          </a:solidFill>
          <a:ln>
            <a:solidFill>
              <a:srgbClr val="14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109728" cy="385763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6494"/>
            <a:ext cx="1828800" cy="185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</a:rPr>
              <a:t>User input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43430"/>
            <a:ext cx="356616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"Get all malicious IPs linked to Lazarus Group since January"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57400"/>
            <a:ext cx="3931920" cy="385763"/>
          </a:xfrm>
          <a:prstGeom prst="rect">
            <a:avLst/>
          </a:prstGeom>
          <a:solidFill>
            <a:srgbClr val="141E2E"/>
          </a:solidFill>
          <a:ln>
            <a:solidFill>
              <a:srgbClr val="14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057400"/>
            <a:ext cx="109728" cy="385763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077974"/>
            <a:ext cx="1828800" cy="185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NLPQueryEngine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54910"/>
            <a:ext cx="356616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Selects backend; caches parsed result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68880"/>
            <a:ext cx="3931920" cy="385763"/>
          </a:xfrm>
          <a:prstGeom prst="rect">
            <a:avLst/>
          </a:prstGeom>
          <a:solidFill>
            <a:srgbClr val="141E2E"/>
          </a:solidFill>
          <a:ln>
            <a:solidFill>
              <a:srgbClr val="14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468880"/>
            <a:ext cx="109728" cy="385763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489454"/>
            <a:ext cx="1828800" cy="185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2C55E"/>
                </a:solidFill>
              </a:rPr>
              <a:t>BuiltinParser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666390"/>
            <a:ext cx="356616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Regex + keyword rules — zero deps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Extracts: stix_type, filters, time_range, confidence_min, limit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80360"/>
            <a:ext cx="3931920" cy="385763"/>
          </a:xfrm>
          <a:prstGeom prst="rect">
            <a:avLst/>
          </a:prstGeom>
          <a:solidFill>
            <a:srgbClr val="141E2E"/>
          </a:solidFill>
          <a:ln>
            <a:solidFill>
              <a:srgbClr val="14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880360"/>
            <a:ext cx="109728" cy="385763"/>
          </a:xfrm>
          <a:prstGeom prst="rect">
            <a:avLst/>
          </a:prstGeom>
          <a:solidFill>
            <a:srgbClr val="A855F7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900934"/>
            <a:ext cx="1828800" cy="185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855F7"/>
                </a:solidFill>
              </a:rPr>
              <a:t>ClaudeParser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077870"/>
            <a:ext cx="356616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Claude API structured extraction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Strict JSON schema; handles ambiguity + multi-hop references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91840"/>
            <a:ext cx="3931920" cy="385763"/>
          </a:xfrm>
          <a:prstGeom prst="rect">
            <a:avLst/>
          </a:prstGeom>
          <a:solidFill>
            <a:srgbClr val="141E2E"/>
          </a:solidFill>
          <a:ln>
            <a:solidFill>
              <a:srgbClr val="14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91840"/>
            <a:ext cx="109728" cy="385763"/>
          </a:xfrm>
          <a:prstGeom prst="rect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312414"/>
            <a:ext cx="1828800" cy="185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4A3B8"/>
                </a:solidFill>
              </a:rPr>
              <a:t>QuerySpec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489350"/>
            <a:ext cx="356616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Dataclass: stix_type, filters{}, time_range, confidence_min, limit, sources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703320"/>
            <a:ext cx="3931920" cy="385763"/>
          </a:xfrm>
          <a:prstGeom prst="rect">
            <a:avLst/>
          </a:prstGeom>
          <a:solidFill>
            <a:srgbClr val="141E2E"/>
          </a:solidFill>
          <a:ln>
            <a:solidFill>
              <a:srgbClr val="14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703320"/>
            <a:ext cx="109728" cy="385763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723894"/>
            <a:ext cx="1828800" cy="185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</a:rPr>
              <a:t>GNATClient.natural_language_query()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3900830"/>
            <a:ext cx="356616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Dispatches QuerySpec to connectors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1337310"/>
            <a:ext cx="3840480" cy="360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Example Queries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0" y="1645920"/>
            <a:ext cx="3840480" cy="385762"/>
          </a:xfrm>
          <a:prstGeom prst="rect">
            <a:avLst/>
          </a:prstGeom>
          <a:solidFill>
            <a:srgbClr val="141E2E"/>
          </a:solidFill>
          <a:ln>
            <a:solidFill>
              <a:srgbClr val="14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74920" y="1697355"/>
            <a:ext cx="365760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"Get all malicious IPs related to Lazarus Group since January"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37760" y="2067687"/>
            <a:ext cx="3840480" cy="385762"/>
          </a:xfrm>
          <a:prstGeom prst="rect">
            <a:avLst/>
          </a:prstGeom>
          <a:solidFill>
            <a:srgbClr val="141E2E"/>
          </a:solidFill>
          <a:ln>
            <a:solidFill>
              <a:srgbClr val="14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4920" y="2119122"/>
            <a:ext cx="365760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"Show CVEs with CVSS ≥ 9.0 from the last 7 days"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37760" y="2489454"/>
            <a:ext cx="3840480" cy="385762"/>
          </a:xfrm>
          <a:prstGeom prst="rect">
            <a:avLst/>
          </a:prstGeom>
          <a:solidFill>
            <a:srgbClr val="141E2E"/>
          </a:solidFill>
          <a:ln>
            <a:solidFill>
              <a:srgbClr val="14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74920" y="2540889"/>
            <a:ext cx="365760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"List indicators tagged healthcare with confidence &gt; 70"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911221"/>
            <a:ext cx="3840480" cy="385762"/>
          </a:xfrm>
          <a:prstGeom prst="rect">
            <a:avLst/>
          </a:prstGeom>
          <a:solidFill>
            <a:srgbClr val="141E2E"/>
          </a:solidFill>
          <a:ln>
            <a:solidFill>
              <a:srgbClr val="14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74920" y="2962656"/>
            <a:ext cx="365760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"Find threat actors targeting financial sector in 2025"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37760" y="3332988"/>
            <a:ext cx="3840480" cy="385762"/>
          </a:xfrm>
          <a:prstGeom prst="rect">
            <a:avLst/>
          </a:prstGeom>
          <a:solidFill>
            <a:srgbClr val="141E2E"/>
          </a:solidFill>
          <a:ln>
            <a:solidFill>
              <a:srgbClr val="14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4920" y="3384423"/>
            <a:ext cx="365760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"Get all domains from VirusTotal with confidence ≥ 80"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37760" y="3806190"/>
            <a:ext cx="384048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B6D4"/>
                </a:solidFill>
              </a:rPr>
              <a:t>[nlp]</a:t>
            </a:r>
          </a:p>
          <a:p>
            <a:pPr algn="l"/>
            <a:r>
              <a:rPr sz="900" b="0" i="0">
                <a:solidFill>
                  <a:srgbClr val="06B6D4"/>
                </a:solidFill>
              </a:rPr>
              <a:t>backend = claude          # builtin | claude</a:t>
            </a:r>
          </a:p>
          <a:p>
            <a:pPr algn="l"/>
            <a:r>
              <a:rPr sz="900" b="0" i="0">
                <a:solidFill>
                  <a:srgbClr val="06B6D4"/>
                </a:solidFill>
              </a:rPr>
              <a:t>model   = claude-sonnet-4-6</a:t>
            </a:r>
          </a:p>
          <a:p>
            <a:pPr algn="l"/>
            <a:r>
              <a:rPr sz="900" b="0" i="0">
                <a:solidFill>
                  <a:srgbClr val="06B6D4"/>
                </a:solidFill>
              </a:rPr>
              <a:t/>
            </a:r>
          </a:p>
          <a:p>
            <a:pPr algn="l"/>
            <a:r>
              <a:rPr sz="900" b="0" i="0">
                <a:solidFill>
                  <a:srgbClr val="06B6D4"/>
                </a:solidFill>
              </a:rPr>
              <a:t>Fallback: NLPQueryEngine silently falls back to builtin if Claude API is unavailable.</a:t>
            </a:r>
          </a:p>
          <a:p>
            <a:pPr algn="l"/>
            <a:r>
              <a:rPr sz="900" b="0" i="0">
                <a:solidFill>
                  <a:srgbClr val="06B6D4"/>
                </a:solidFill>
              </a:rPr>
              <a:t>TUI integration: Query screen passes user text directly to NLPQueryEngine.parse()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8"/>
          </a:solidFill>
          <a:ln>
            <a:solidFill>
              <a:srgbClr val="0A0F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1722"/>
          </a:xfrm>
          <a:prstGeom prst="rect">
            <a:avLst/>
          </a:prstGeom>
          <a:solidFill>
            <a:srgbClr val="1E4D8C"/>
          </a:solidFill>
          <a:ln>
            <a:solidFill>
              <a:srgbClr val="1E4D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08610"/>
            <a:ext cx="82296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Terminal UI — Interactive Analyst Workstation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77265"/>
            <a:ext cx="8229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Textual 8.x TUI: works over SSH, no browser required  ·  gnat tui  ·  pip install "gnat[tui]"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8745"/>
            <a:ext cx="1874520" cy="226314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88745"/>
            <a:ext cx="33741" cy="226314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2808" y="1615059"/>
            <a:ext cx="1687068" cy="85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F1 — Query Screen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2808" y="2407158"/>
            <a:ext cx="1724558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NLP query bar → NLPQueryEngine → QuerySpec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Scrollable STIXTable: type, name, created, confidence, source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Graceful degradation: builtin NLP when Claude unconfigured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32888" y="1388745"/>
            <a:ext cx="1874520" cy="226314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32888" y="1388745"/>
            <a:ext cx="33741" cy="2263140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8496" y="1615059"/>
            <a:ext cx="1687068" cy="85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F2 — Library Screen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8496" y="2407158"/>
            <a:ext cx="1724558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Research Library browser: personal + staging + curated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Ctrl+P → promote to staging, Ctrl+X → reject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Ctrl+R → refresh  |  live search across library entries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576" y="1388745"/>
            <a:ext cx="1874520" cy="226314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08576" y="1388745"/>
            <a:ext cx="33741" cy="226314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4184" y="1615059"/>
            <a:ext cx="1687068" cy="85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F3 — Scheduler Screen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4184" y="2407158"/>
            <a:ext cx="1724558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Live job status table: job_id, interval, last_run, status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Ctrl+T → manual trigger (background thread, no UI block)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Toggle enable/disable per job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84264" y="1388745"/>
            <a:ext cx="1874520" cy="226314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84264" y="1388745"/>
            <a:ext cx="33741" cy="2263140"/>
          </a:xfrm>
          <a:prstGeom prst="rect">
            <a:avLst/>
          </a:prstGeom>
          <a:solidFill>
            <a:srgbClr val="A855F7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9872" y="1615059"/>
            <a:ext cx="1687068" cy="85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F4 — Reports Screen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9872" y="2407158"/>
            <a:ext cx="1724558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Scans configured output_dir for PDF/HTML/DOCX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Ctrl+O → open selected report in system browser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Lists: name, type, size, created timestamp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57625"/>
            <a:ext cx="3931920" cy="565785"/>
          </a:xfrm>
          <a:prstGeom prst="rect">
            <a:avLst/>
          </a:prstGeom>
          <a:solidFill>
            <a:srgbClr val="141E2E"/>
          </a:solidFill>
          <a:ln>
            <a:solidFill>
              <a:srgbClr val="14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909060"/>
            <a:ext cx="192024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</a:rPr>
              <a:t>STIXTable widget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14800"/>
            <a:ext cx="374904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DataTable subclass with standard STIX columns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(type, name, created, confidence, source)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857625"/>
            <a:ext cx="3931920" cy="565785"/>
          </a:xfrm>
          <a:prstGeom prst="rect">
            <a:avLst/>
          </a:prstGeom>
          <a:solidFill>
            <a:srgbClr val="141E2E"/>
          </a:solidFill>
          <a:ln>
            <a:solidFill>
              <a:srgbClr val="14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0" y="3909060"/>
            <a:ext cx="192024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</a:rPr>
              <a:t>JobTable widget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4114800"/>
            <a:ext cx="374904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DataTable subclass for FeedJob.status_dict() rows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selected_job_id() helper for Ctrl+T 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26280"/>
            <a:ext cx="8229600" cy="462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Architecture: 4 screens each own their data fetching · screens communicate via app.post_message()</a:t>
            </a:r>
          </a:p>
          <a:p>
            <a:pPr algn="l"/>
            <a:r>
              <a:rPr sz="1000" b="0" i="0">
                <a:solidFill>
                  <a:srgbClr val="94A3B8"/>
                </a:solidFill>
              </a:rPr>
              <a:t>q → quit  |  F1–F4 tab switching  |  All async: integrates with AsyncGNATClient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8"/>
          </a:solidFill>
          <a:ln>
            <a:solidFill>
              <a:srgbClr val="0A0F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1722"/>
          </a:xfrm>
          <a:prstGeom prst="rect">
            <a:avLst/>
          </a:prstGeom>
          <a:solidFill>
            <a:srgbClr val="1E4D8C"/>
          </a:solidFill>
          <a:ln>
            <a:solidFill>
              <a:srgbClr val="1E4D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08610"/>
            <a:ext cx="82296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Web Dashboard &amp; TAXII 2.1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77265"/>
            <a:ext cx="8229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FastAPI services for browser-based access and standard threat intelligence sharing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37310"/>
            <a:ext cx="393192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4"/>
                </a:solidFill>
              </a:rPr>
              <a:t>Web Dashboard  (gnat serve)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48790"/>
            <a:ext cx="3931920" cy="370332"/>
          </a:xfrm>
          <a:prstGeom prst="rect">
            <a:avLst/>
          </a:prstGeom>
          <a:solidFill>
            <a:srgbClr val="121A28"/>
          </a:solidFill>
          <a:ln>
            <a:solidFill>
              <a:srgbClr val="121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00225"/>
            <a:ext cx="1828800" cy="1800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GET / POST /api/library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44243"/>
            <a:ext cx="37490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Search, fetch, promote, reject Research Library entries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34552"/>
            <a:ext cx="3931920" cy="370332"/>
          </a:xfrm>
          <a:prstGeom prst="rect">
            <a:avLst/>
          </a:prstGeom>
          <a:solidFill>
            <a:srgbClr val="162030"/>
          </a:solidFill>
          <a:ln>
            <a:solidFill>
              <a:srgbClr val="162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185987"/>
            <a:ext cx="1828800" cy="1800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GET /api/reports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30005"/>
            <a:ext cx="37490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List reports; serve HTML inline; metadata for PDF/DOCX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20314"/>
            <a:ext cx="3931920" cy="370332"/>
          </a:xfrm>
          <a:prstGeom prst="rect">
            <a:avLst/>
          </a:prstGeom>
          <a:solidFill>
            <a:srgbClr val="121A28"/>
          </a:solidFill>
          <a:ln>
            <a:solidFill>
              <a:srgbClr val="121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71749"/>
            <a:ext cx="1828800" cy="1800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GET / POST /api/scheduler/jobs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15767"/>
            <a:ext cx="37490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List feed jobs; trigger any job in background thread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06076"/>
            <a:ext cx="3931920" cy="370332"/>
          </a:xfrm>
          <a:prstGeom prst="rect">
            <a:avLst/>
          </a:prstGeom>
          <a:solidFill>
            <a:srgbClr val="162030"/>
          </a:solidFill>
          <a:ln>
            <a:solidFill>
              <a:srgbClr val="162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957511"/>
            <a:ext cx="1828800" cy="1800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GET /health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101529"/>
            <a:ext cx="37490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Unauthenticated liveness check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91838"/>
            <a:ext cx="3931920" cy="370332"/>
          </a:xfrm>
          <a:prstGeom prst="rect">
            <a:avLst/>
          </a:prstGeom>
          <a:solidFill>
            <a:srgbClr val="121A28"/>
          </a:solidFill>
          <a:ln>
            <a:solidFill>
              <a:srgbClr val="121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343273"/>
            <a:ext cx="1828800" cy="1800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GET 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487291"/>
            <a:ext cx="37490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Embedded SPA (vanilla JS, dark theme, no build step)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54755"/>
            <a:ext cx="3931920" cy="1028700"/>
          </a:xfrm>
          <a:prstGeom prst="rect">
            <a:avLst/>
          </a:prstGeom>
          <a:solidFill>
            <a:srgbClr val="141E2E"/>
          </a:solidFill>
          <a:ln>
            <a:solidFill>
              <a:srgbClr val="14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780472"/>
            <a:ext cx="192024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Security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960495"/>
            <a:ext cx="3749040" cy="771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X-Api-Key validated via hmac.compare_digest (constant-time, no timing oracle)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RateLimiter: sliding-window 100 req/min per key (threading.Lock, no Redis)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Binds 127.0.0.1 by default  |  Auto-generates key with stderr warning if omitted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pip install "gnat[serve]"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1337310"/>
            <a:ext cx="374904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855F7"/>
                </a:solidFill>
              </a:rPr>
              <a:t>TAXII 2.1 Server  (gnat taxii)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0" y="1748790"/>
            <a:ext cx="3749040" cy="1954530"/>
          </a:xfrm>
          <a:prstGeom prst="rect">
            <a:avLst/>
          </a:prstGeom>
          <a:solidFill>
            <a:srgbClr val="141E2E"/>
          </a:solidFill>
          <a:ln>
            <a:solidFill>
              <a:srgbClr val="14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0" y="1800225"/>
            <a:ext cx="356616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GET  /taxii2/                        Discovery (no auth)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GET  /taxii2/roots/gnat/             API root info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GET  /taxii2/roots/gnat/collections/ List collections (auth)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GET  …/collections/{id}/objects/     Get bundle (paginated)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POST …/collections/{id}/objects/     Add bundle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GET  …/collections/{id}/manifest/    Object manifest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0" y="3754755"/>
            <a:ext cx="3749040" cy="1028700"/>
          </a:xfrm>
          <a:prstGeom prst="rect">
            <a:avLst/>
          </a:prstGeom>
          <a:solidFill>
            <a:srgbClr val="141E2E"/>
          </a:solidFill>
          <a:ln>
            <a:solidFill>
              <a:srgbClr val="14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0" y="3780472"/>
            <a:ext cx="192024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55F7"/>
                </a:solidFill>
              </a:rPr>
              <a:t>Design decisions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0" y="3960495"/>
            <a:ext cx="3566160" cy="771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Each GNAT workspace = one TAXII collection (natural mapping)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added_after + limit/next link headers per TAXII 2.1 pagination spec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Accept: application/taxii+json;version=2.1 enforced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Discovery endpoint unauthenticated per spec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8"/>
          </a:solidFill>
          <a:ln>
            <a:solidFill>
              <a:srgbClr val="0A0F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1722"/>
          </a:xfrm>
          <a:prstGeom prst="rect">
            <a:avLst/>
          </a:prstGeom>
          <a:solidFill>
            <a:srgbClr val="1E4D8C"/>
          </a:solidFill>
          <a:ln>
            <a:solidFill>
              <a:srgbClr val="1E4D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08610"/>
            <a:ext cx="82296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XSOAR Content Pack Generator &amp; Upstream Contribution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77265"/>
            <a:ext cx="8229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Automate XSOAR integration packaging and governed upstream contributions from any connector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5875"/>
            <a:ext cx="393192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4"/>
                </a:solidFill>
              </a:rPr>
              <a:t>XSOAR Content Pack Generator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3931920" cy="282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</a:rPr>
              <a:t>gnat codegen xsoar --connector &lt;name&gt; --output ./packs/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54530"/>
            <a:ext cx="3931920" cy="360045"/>
          </a:xfrm>
          <a:prstGeom prst="rect">
            <a:avLst/>
          </a:prstGeom>
          <a:solidFill>
            <a:srgbClr val="121A28"/>
          </a:solidFill>
          <a:ln>
            <a:solidFill>
              <a:srgbClr val="121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05965"/>
            <a:ext cx="201168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</a:rPr>
              <a:t>Introspects via capabilities()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60270"/>
            <a:ext cx="374904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All connector methods → XSOAR command YAML automatically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0005"/>
            <a:ext cx="3931920" cy="360045"/>
          </a:xfrm>
          <a:prstGeom prst="rect">
            <a:avLst/>
          </a:prstGeom>
          <a:solidFill>
            <a:srgbClr val="162030"/>
          </a:solidFill>
          <a:ln>
            <a:solidFill>
              <a:srgbClr val="162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381440"/>
            <a:ext cx="201168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</a:rPr>
              <a:t>Pack layout generated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35745"/>
            <a:ext cx="374904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pack_metadata.json · Integrations/&lt;Name&gt;/&lt;Name&gt;.yml + .py · ReleaseNotes/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05480"/>
            <a:ext cx="3931920" cy="360045"/>
          </a:xfrm>
          <a:prstGeom prst="rect">
            <a:avLst/>
          </a:prstGeom>
          <a:solidFill>
            <a:srgbClr val="121A28"/>
          </a:solidFill>
          <a:ln>
            <a:solidFill>
              <a:srgbClr val="121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56915"/>
            <a:ext cx="201168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</a:rPr>
              <a:t>Write safety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911220"/>
            <a:ext cx="374904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Write methods flagged dangerous: true · call() requires allow_write=True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0955"/>
            <a:ext cx="3931920" cy="360045"/>
          </a:xfrm>
          <a:prstGeom prst="rect">
            <a:avLst/>
          </a:prstGeom>
          <a:solidFill>
            <a:srgbClr val="162030"/>
          </a:solidFill>
          <a:ln>
            <a:solidFill>
              <a:srgbClr val="162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132390"/>
            <a:ext cx="201168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</a:rPr>
              <a:t>Auth detection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286695"/>
            <a:ext cx="374904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Auto-detects oauth2 / api_key / basic from constructor signature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56430"/>
            <a:ext cx="3931920" cy="360045"/>
          </a:xfrm>
          <a:prstGeom prst="rect">
            <a:avLst/>
          </a:prstGeom>
          <a:solidFill>
            <a:srgbClr val="121A28"/>
          </a:solidFill>
          <a:ln>
            <a:solidFill>
              <a:srgbClr val="121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507865"/>
            <a:ext cx="201168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</a:rPr>
              <a:t>Existing: gnat codegen openapi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662170"/>
            <a:ext cx="374904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OpenAPI 3.x → full connector scaffold (existing)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1285875"/>
            <a:ext cx="3749040" cy="334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</a:rPr>
              <a:t>Upstream Contribution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1645920"/>
            <a:ext cx="3749040" cy="282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</a:rPr>
              <a:t>gnat contribute --connector &lt;name&gt; [--dry-run]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1954530"/>
            <a:ext cx="3749040" cy="360045"/>
          </a:xfrm>
          <a:prstGeom prst="rect">
            <a:avLst/>
          </a:prstGeom>
          <a:solidFill>
            <a:srgbClr val="121A28"/>
          </a:solidFill>
          <a:ln>
            <a:solidFill>
              <a:srgbClr val="121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005965"/>
            <a:ext cx="155448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1. Enabled guard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2160270"/>
            <a:ext cx="356616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contribute.enabled = true required in INI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0" y="2330005"/>
            <a:ext cx="3749040" cy="360045"/>
          </a:xfrm>
          <a:prstGeom prst="rect">
            <a:avLst/>
          </a:prstGeom>
          <a:solidFill>
            <a:srgbClr val="162030"/>
          </a:solidFill>
          <a:ln>
            <a:solidFill>
              <a:srgbClr val="162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0" y="2381440"/>
            <a:ext cx="155448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2. Registry check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0" y="2535745"/>
            <a:ext cx="356616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Connector must exist in CLIENT_REGISTRY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2705480"/>
            <a:ext cx="3749040" cy="360045"/>
          </a:xfrm>
          <a:prstGeom prst="rect">
            <a:avLst/>
          </a:prstGeom>
          <a:solidFill>
            <a:srgbClr val="121A28"/>
          </a:solidFill>
          <a:ln>
            <a:solidFill>
              <a:srgbClr val="121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2756915"/>
            <a:ext cx="155448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3. Compliance matrix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2911220"/>
            <a:ext cx="356616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All 8 ConnectorMixin methods + test file present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0" y="3080955"/>
            <a:ext cx="3749040" cy="360045"/>
          </a:xfrm>
          <a:prstGeom prst="rect">
            <a:avLst/>
          </a:prstGeom>
          <a:solidFill>
            <a:srgbClr val="162030"/>
          </a:solidFill>
          <a:ln>
            <a:solidFill>
              <a:srgbClr val="162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0" y="3132390"/>
            <a:ext cx="155448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4. Test suite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3286695"/>
            <a:ext cx="356616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pytest tests/unit/ must pass — aborts on failure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0" y="3456430"/>
            <a:ext cx="3749040" cy="360045"/>
          </a:xfrm>
          <a:prstGeom prst="rect">
            <a:avLst/>
          </a:prstGeom>
          <a:solidFill>
            <a:srgbClr val="121A28"/>
          </a:solidFill>
          <a:ln>
            <a:solidFill>
              <a:srgbClr val="121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20640" y="3507865"/>
            <a:ext cx="155448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5. Branch create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3662170"/>
            <a:ext cx="356616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contribute/{platform}-{timestamp}  (main/master blocked)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0" y="3831905"/>
            <a:ext cx="3749040" cy="360045"/>
          </a:xfrm>
          <a:prstGeom prst="rect">
            <a:avLst/>
          </a:prstGeom>
          <a:solidFill>
            <a:srgbClr val="162030"/>
          </a:solidFill>
          <a:ln>
            <a:solidFill>
              <a:srgbClr val="162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0" y="3883340"/>
            <a:ext cx="155448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6. Commit + push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0" y="4037645"/>
            <a:ext cx="356616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SubprocessRunner (injectable for testing)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0" y="4207380"/>
            <a:ext cx="3749040" cy="360045"/>
          </a:xfrm>
          <a:prstGeom prst="rect">
            <a:avLst/>
          </a:prstGeom>
          <a:solidFill>
            <a:srgbClr val="121A28"/>
          </a:solidFill>
          <a:ln>
            <a:solidFill>
              <a:srgbClr val="121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20640" y="4258815"/>
            <a:ext cx="155448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7. Draft PR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4413120"/>
            <a:ext cx="3566160" cy="15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GitHub REST API · draft: true hardcoded — human review required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8"/>
          </a:solidFill>
          <a:ln>
            <a:solidFill>
              <a:srgbClr val="0A0F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1722"/>
          </a:xfrm>
          <a:prstGeom prst="rect">
            <a:avLst/>
          </a:prstGeom>
          <a:solidFill>
            <a:srgbClr val="1E4D8C"/>
          </a:solidFill>
          <a:ln>
            <a:solidFill>
              <a:srgbClr val="1E4D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08610"/>
            <a:ext cx="82296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Docker Containerization — Production-Ready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77265"/>
            <a:ext cx="8229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Three slim Python 3.11 containers sharing a named volume · Compose profiles for optional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88745"/>
            <a:ext cx="1490472" cy="226314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88745"/>
            <a:ext cx="26828" cy="226314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7926" y="1615059"/>
            <a:ext cx="1341424" cy="85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gnat-scheduler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926" y="2407158"/>
            <a:ext cx="1371234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FeedScheduler service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Ingest · Export · AI research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Curation · Report jobs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Restarts safely — jobs re-run on schedule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20824" y="1388745"/>
            <a:ext cx="1490472" cy="226314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20824" y="1388745"/>
            <a:ext cx="26828" cy="226314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72990" y="1615059"/>
            <a:ext cx="1341424" cy="85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gnat-edl  :8080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2990" y="2407158"/>
            <a:ext cx="1371234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EDL Server (firewall integration)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Serves indicator files to firewalls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Highly available — independent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Survives scheduler restart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75888" y="1388745"/>
            <a:ext cx="1490472" cy="226314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75888" y="1388745"/>
            <a:ext cx="26828" cy="2263140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8054" y="1615059"/>
            <a:ext cx="1341424" cy="85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gnat-monitor :8090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8054" y="2407158"/>
            <a:ext cx="1371234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Health endpoint + drift monitor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GET /status → JSON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ConnectorHealthJob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Azure Monitor / uptime ping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0952" y="1388745"/>
            <a:ext cx="1490472" cy="226314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30952" y="1388745"/>
            <a:ext cx="26828" cy="2263140"/>
          </a:xfrm>
          <a:prstGeom prst="rect">
            <a:avLst/>
          </a:prstGeom>
          <a:solidFill>
            <a:srgbClr val="A855F7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83118" y="1615059"/>
            <a:ext cx="1341424" cy="85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solr  :8983</a:t>
            </a:r>
          </a:p>
          <a:p>
            <a:pPr algn="l"/>
            <a:r>
              <a:rPr sz="1000" b="1" i="0">
                <a:solidFill>
                  <a:srgbClr val="FFFFFF"/>
                </a:solidFill>
              </a:rPr>
              <a:t>(profile: search)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83118" y="2407158"/>
            <a:ext cx="1371234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Solr 9.x search index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Full-text search across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all STIX objects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gnat viz serve --with-solr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86016" y="1388745"/>
            <a:ext cx="1490472" cy="226314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86016" y="1388745"/>
            <a:ext cx="26828" cy="2263140"/>
          </a:xfrm>
          <a:prstGeom prst="rect">
            <a:avLst/>
          </a:prstGeom>
          <a:solidFill>
            <a:srgbClr val="63B3ED"/>
          </a:solidFill>
          <a:ln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38182" y="1615059"/>
            <a:ext cx="1341424" cy="85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grafana  :3000</a:t>
            </a:r>
          </a:p>
          <a:p>
            <a:pPr algn="l"/>
            <a:r>
              <a:rPr sz="1000" b="1" i="0">
                <a:solidFill>
                  <a:srgbClr val="FFFFFF"/>
                </a:solidFill>
              </a:rPr>
              <a:t>(profile: monitoring)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38182" y="2407158"/>
            <a:ext cx="1371234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Grafana dashboards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Auto-provisioned datasources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GNAT + GNAT-Solr</a:t>
            </a:r>
          </a:p>
          <a:p>
            <a:pPr algn="l"/>
            <a:r>
              <a:rPr sz="900" b="0" i="0">
                <a:solidFill>
                  <a:srgbClr val="94A3B8"/>
                </a:solidFill>
              </a:rPr>
              <a:t>gnat viz solr-dashboard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06190"/>
            <a:ext cx="8321040" cy="540067"/>
          </a:xfrm>
          <a:prstGeom prst="rect">
            <a:avLst/>
          </a:prstGeom>
          <a:solidFill>
            <a:srgbClr val="141E2E"/>
          </a:solidFill>
          <a:ln>
            <a:solidFill>
              <a:srgbClr val="141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831907"/>
            <a:ext cx="256032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</a:rPr>
              <a:t>Named volume: gnat-workspace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011930"/>
            <a:ext cx="8229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All 3 containers mount read-write  ·  SQLite WAL mode for concurrent access  ·  FlatFileStore uses atomic writes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397692"/>
            <a:ext cx="8321040" cy="5915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make docker-build &amp;&amp; make docker-up  |  make docker-full (all profiles)  |  make docker-logs</a:t>
            </a:r>
          </a:p>
          <a:p>
            <a:pPr algn="l"/>
            <a:r>
              <a:rPr sz="1000" b="0" i="0">
                <a:solidFill>
                  <a:srgbClr val="94A3B8"/>
                </a:solidFill>
              </a:rPr>
              <a:t>docker compose --profile search up -d  |  docker compose --profile full up -d</a:t>
            </a:r>
          </a:p>
          <a:p>
            <a:pPr algn="l"/>
            <a:r>
              <a:rPr sz="1000" b="0" i="0">
                <a:solidFill>
                  <a:srgbClr val="94A3B8"/>
                </a:solidFill>
              </a:rPr>
              <a:t>.env.example: GNAT_CONFIG_DIR  EDL_PORT  MONITOR_PORT  |  .devcontainer: Rust toolchain + Docker-in-Docker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8"/>
          </a:solidFill>
          <a:ln>
            <a:solidFill>
              <a:srgbClr val="0A0F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1722"/>
          </a:xfrm>
          <a:prstGeom prst="rect">
            <a:avLst/>
          </a:prstGeom>
          <a:solidFill>
            <a:srgbClr val="1E4D8C"/>
          </a:solidFill>
          <a:ln>
            <a:solidFill>
              <a:srgbClr val="1E4D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08610"/>
            <a:ext cx="82296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Architecture Decisions — 28 Documented Design Choices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77265"/>
            <a:ext cx="8229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Every major decision recorded with rationale, tradeoffs, and implementation notes (ARCHITECTURE_DECISIONS.md)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11592"/>
            <a:ext cx="3977640" cy="51435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11592"/>
            <a:ext cx="71597" cy="51435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4977" y="1363027"/>
            <a:ext cx="3579876" cy="195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#1 HTTP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977" y="1543049"/>
            <a:ext cx="3659428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</a:rPr>
              <a:t>urllib3 (sync) + httpx (async)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Requests rejected: wraps urllib3 with overhead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Retry: 3 attempts, backoff 0.5, status {429,5xx}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56803"/>
            <a:ext cx="3977640" cy="51435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856803"/>
            <a:ext cx="71597" cy="514350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977" y="1908238"/>
            <a:ext cx="3579876" cy="195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#2 Pure-Python 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977" y="2088260"/>
            <a:ext cx="3659428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</a:rPr>
              <a:t>Not SQLAlchemy or Pydantic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No DB session coupling · async-safe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Property bag via __getattr__/__setattr__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02014"/>
            <a:ext cx="3977640" cy="51435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402014"/>
            <a:ext cx="71597" cy="51435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977" y="2453449"/>
            <a:ext cx="3579876" cy="195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#9 Graph Algorithms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977" y="2633471"/>
            <a:ext cx="3659428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</a:rPr>
              <a:t>3 algos by size (O(n²)/O(n log n)/O(n))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Barnes-Hut quad-tree: pure Python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Rendering: Plotly 3D ≤300, sigma.js WebGL &gt;300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47225"/>
            <a:ext cx="3977640" cy="51435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947225"/>
            <a:ext cx="71597" cy="514350"/>
          </a:xfrm>
          <a:prstGeom prst="rect">
            <a:avLst/>
          </a:prstGeom>
          <a:solidFill>
            <a:srgbClr val="A855F7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977" y="2998660"/>
            <a:ext cx="3579876" cy="195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#20 Rust Extension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977" y="3178682"/>
            <a:ext cx="3659428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</a:rPr>
              <a:t>PyO3/maturin optional wheel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Shim: RUST_AVAILABLE flag, pure-Python fallback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Accelerates classify/defang on every ingested 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492436"/>
            <a:ext cx="3977640" cy="51435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492436"/>
            <a:ext cx="71597" cy="51435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4977" y="3543871"/>
            <a:ext cx="3579876" cy="195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#22 TUI — Textual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977" y="3723893"/>
            <a:ext cx="3659428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</a:rPr>
              <a:t>4 screens: Query, Library, Scheduler, Reports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NLP bar → NLPQueryEngine · SSH-compatible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Graceful degradation without Claude key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037647"/>
            <a:ext cx="3977640" cy="51435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4037647"/>
            <a:ext cx="71597" cy="514350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977" y="4089082"/>
            <a:ext cx="3579876" cy="195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#26 Multi-Tenant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977" y="4269104"/>
            <a:ext cx="3659428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</a:rPr>
              <a:t>Name prefixing: {tenant_id}::name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No schema migration · single WorkspaceManager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TenantRegistry: per-tenant config paths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1311592"/>
            <a:ext cx="3977640" cy="51435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00600" y="1311592"/>
            <a:ext cx="71597" cy="51435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39817" y="1363027"/>
            <a:ext cx="3579876" cy="195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#13 Config — INI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9817" y="1543049"/>
            <a:ext cx="3659428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</a:rPr>
              <a:t>configparser, zero deps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Search order: GNAT_CONFIG env → ~/.gnat/ → ./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No YAML in core: optional yaml extra only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00600" y="1856803"/>
            <a:ext cx="3977640" cy="51435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00600" y="1856803"/>
            <a:ext cx="71597" cy="514350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9817" y="1908238"/>
            <a:ext cx="3579876" cy="195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#19 NLP Two Backends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9817" y="2088260"/>
            <a:ext cx="3659428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</a:rPr>
              <a:t>BuiltinParser (regex, zero deps) handles 80%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ClaudeParser (structured JSON) handles long tail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NLPQueryEngine falls back silently on API failure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00600" y="2402014"/>
            <a:ext cx="3977640" cy="51435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800600" y="2402014"/>
            <a:ext cx="71597" cy="51435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39817" y="2453449"/>
            <a:ext cx="3579876" cy="195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#21 Web Dashboard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39817" y="2633471"/>
            <a:ext cx="3659428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</a:rPr>
              <a:t>Vanilla JS SPA — no build step, no npm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hmac.compare_digest: constant-time key validation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Rate limiter: sliding-window, no Redis required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00600" y="2947225"/>
            <a:ext cx="3977640" cy="51435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00600" y="2947225"/>
            <a:ext cx="71597" cy="514350"/>
          </a:xfrm>
          <a:prstGeom prst="rect">
            <a:avLst/>
          </a:prstGeom>
          <a:solidFill>
            <a:srgbClr val="A855F7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9817" y="2998660"/>
            <a:ext cx="3579876" cy="195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#23 XSOAR Generator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39817" y="3178682"/>
            <a:ext cx="3659428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</a:rPr>
              <a:t>Introspects capabilities() — no hardcoded templates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Write methods: dangerous: true in YAML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Auth auto-detected from constructor signature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00600" y="3492436"/>
            <a:ext cx="3977640" cy="51435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00600" y="3492436"/>
            <a:ext cx="71597" cy="51435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39817" y="3543871"/>
            <a:ext cx="3579876" cy="195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#24 Contribution Gate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39817" y="3723893"/>
            <a:ext cx="3659428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</a:rPr>
              <a:t>7-step gate: enabled → registry → compliance → tests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draft_pr hardcoded True — human review required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_PROTECTED_BRANCHES blocks main/master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00600" y="4037647"/>
            <a:ext cx="3977640" cy="514350"/>
          </a:xfrm>
          <a:prstGeom prst="rect">
            <a:avLst/>
          </a:prstGeom>
          <a:solidFill>
            <a:srgbClr val="1C2737"/>
          </a:solidFill>
          <a:ln>
            <a:solidFill>
              <a:srgbClr val="1C2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800600" y="4037647"/>
            <a:ext cx="71597" cy="514350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939817" y="4089082"/>
            <a:ext cx="3579876" cy="195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#25 Health Monitor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39817" y="4269104"/>
            <a:ext cx="3659428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</a:rPr>
              <a:t>FeedJob subclass — reuses scheduler (retry, overlap)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Drift: frozenset field fingerprint vs JSON baseline</a:t>
            </a:r>
          </a:p>
          <a:p>
            <a:pPr algn="l"/>
            <a:r>
              <a:rPr sz="800" b="0" i="0">
                <a:solidFill>
                  <a:srgbClr val="94A3B8"/>
                </a:solidFill>
              </a:rPr>
              <a:t>Threshold 20% default · Slack webhook alert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GNAT: GNAT's Not Another TIP</dc:title>
  <dc:subject>PptxGenJS Presentation</dc:subject>
  <dc:creator>wrhalpin@gmail.com</dc:creator>
  <cp:lastModifiedBy>wrhalpin@gmail.com</cp:lastModifiedBy>
  <cp:revision>1</cp:revision>
  <dcterms:created xsi:type="dcterms:W3CDTF">2026-03-28T00:45:03Z</dcterms:created>
  <dcterms:modified xsi:type="dcterms:W3CDTF">2026-03-28T00:45:03Z</dcterms:modified>
</cp:coreProperties>
</file>