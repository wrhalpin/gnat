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4480560"/>
            <a:ext cx="8942832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GNAT's Not Another TIP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 Connectors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4884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0370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0" y="2606040"/>
            <a:ext cx="1508760" cy="32918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9534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3212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8698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22376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7862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Multi-Format Reports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threat intelligence library — abstract, normalise, automate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1.5.0  ·  Python 3.9+  ·  STIX 2.1  ·  158 Platform Connectors  ·  4,600+ Tests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Fragmented Threat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is an island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146304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Numerous Different APIs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platform has its own auth scheme, data model, and SDK. ThreatQ OAuth2 ≠ CrowdStrike OAuth2 ≠ VirusTotal API key.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301752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Data Model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indicator in ThreatQ looks nothing like one in CrowdStrike or Splunk. Correlation requires manual mapping.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17720" y="146304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Code Per Integration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source or destination means new scripts with no shared error handling, retry logic, or scheduling.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301752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1772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Fragile Automation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scripts break when APIs change. No tests, no versioning, no consistent patterns.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One Library, Every Platform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GNAT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SDK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auth, errors, retries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data model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testing or scheduling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60520" y="2926080"/>
            <a:ext cx="4572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114800" y="3063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GNAT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GNATConfig  →  one config.ini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GNATClient  →  one interface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everywhere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IngestPipeline  →  pull any source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ExportPipeline  →  push to EDLs/CE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 →  all jobs, one place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ReportGenerator  →  PDF/HTML/DOCX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 →  shared knowledge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The Middle Layer Model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229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/ AUTOMATION LAYER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04241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Workstations · SOAR · Scheduled jobs · CLI · TUI · Web Dashboard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434840" y="1298448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0040" y="1389888"/>
            <a:ext cx="8503920" cy="5212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356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 CORE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655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· Export · AI Agents · Research Library · Reports · NLP · TAXII 2.1 · Solr Search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434840" y="1911096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0040" y="2002536"/>
            <a:ext cx="8503920" cy="52120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0482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+ WORKSPACE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6771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 · ThreatActor · Vulnerability · AttackPattern · Malware · Relationship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434840" y="2523744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0040" y="2615184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66090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LAYER (158 platforms)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288036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· CrowdStrike · Splunk · Sentinel · VirusTotal · Mandiant · Orca · Wiz · MISP · MITRE ATT&amp;CK · Joe Sandbox · Velociraptor · Code42 · Okta · Entra ID · Dataminr · HackerOne · ...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34840" y="3136392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20040" y="3227832"/>
            <a:ext cx="8503920" cy="521208"/>
          </a:xfrm>
          <a:prstGeom prst="rect">
            <a:avLst/>
          </a:prstGeom>
          <a:solidFill>
            <a:srgbClr val="4B55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2735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PLATFORMS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49300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 · SIEMs · EDRs · Vuln Scanners · CNAPP/ASM · SOAR · NDR · AI Assistants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0040" y="391363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urllib3 / httpx transport  ·  zero cloud dependencies  ·  INI config  ·  multi-tenant namespace isolation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" y="4297680"/>
            <a:ext cx="8503920" cy="512064"/>
          </a:xfrm>
          <a:prstGeom prst="rect">
            <a:avLst/>
          </a:prstGeom>
          <a:solidFill>
            <a:srgbClr val="162952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9768" y="4334256"/>
            <a:ext cx="8284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Portability: swap one platform, nothing else changes  ·  Coherence: one scheduler, one log stream, one health check  ·  Safety: AI ceiling=60, HITL gate, RBAC, audit trail  ·  Scale: SQLite → Postgres with one config change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 Platform Connectors — One Interface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2880" y="804672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804672"/>
            <a:ext cx="286207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896112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THREAT INTEL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74320" y="1106424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· CrowdStrike · Recorded Future · VirusTotal · Mandiant · MS Defender TI · ThreatStream · SOCRadar · Feedly · CloudSEK · PulseDive · ThreatConnect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3136392" y="804672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36392" y="804672"/>
            <a:ext cx="2862072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27832" y="896112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WEB / CYBERCRIME INTEL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227832" y="1106424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Flashpoint · Intel 471 · Group-IB · HudsonRock · Cyble Vision · ZeroFox · FLARE · Yeti · Cofense Intelligence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6089904" y="804672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89904" y="804672"/>
            <a:ext cx="2862072" cy="54864"/>
          </a:xfrm>
          <a:prstGeom prst="rect">
            <a:avLst/>
          </a:prstGeom>
          <a:solidFill>
            <a:srgbClr val="5B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81344" y="896112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9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FEEDS &amp; VENDOR REPUTATION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181344" y="1106424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AlienVault OTX · MISP · OpenCTI · HIBP · Synapse · OSINT Feed · MITRE ATT&amp;CK · Abuse.ch (5 feeds) · OSV · VulnCheck · CISA KEV · Shodan · GreyNoise · Shadowserver · AbuseIPDB · Project Honey Pot · crt.sh · Google CT · Cisco Talos · FortiGuard · Kaspersky OpenTIP · ESET TI · Bitdefender IZ · Cloudflare Intel · TRM Labs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82880" y="1847088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82880" y="1847088"/>
            <a:ext cx="2862072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1938528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&amp; LOG ANALYTICS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274320" y="2148840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· Elastic SIEM · IBM QRadar · Microsoft Sentinel · Graylog · OSSIM · Security Onion · Wazuh · Google Chronicle · LogRhythm · Datadog · Cribl Stream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3136392" y="1847088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36392" y="1847088"/>
            <a:ext cx="286207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27832" y="1938528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SOAR, CASE MGMT &amp; DFIR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227832" y="2148840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Palo Alto XSOAR · TheHive · GreyMatter · ServiceNow · ServiceNow SecOps · Jira · FortiSOAR · Vertex Synapse · Velociraptor · Magnet AXIOM · HackerOne · Bugcrowd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6089904" y="1847088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89904" y="1847088"/>
            <a:ext cx="2862072" cy="54864"/>
          </a:xfrm>
          <a:prstGeom prst="rect">
            <a:avLst/>
          </a:prstGeom>
          <a:solidFill>
            <a:srgbClr val="5B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81344" y="1938528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9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DETECTION &amp; OT/ICS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181344" y="2148840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Snort IDS · Suricata · Zeek · Vectra AI NDR · ExtraHop Reveal(x) · Darktrace · Cisco Umbrella · Nozomi Networks · Dragos Platform · Claroty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182880" y="2889504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82880" y="2889504"/>
            <a:ext cx="286207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2980944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ENDPOINT, XDR &amp; MDR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74320" y="3191256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SentinelOne · Carbon Black · Trellix · Sophos · FortiEDR · FortiSIEM · Cortex XDR/XSIAM · Trend Micro Vision One · Tanium · Proofpoint · Huntress · Arctic Wolf · Red Canary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3136392" y="2889504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136392" y="2889504"/>
            <a:ext cx="2862072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27832" y="2980944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&amp; EXPOSURE MGMT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3227832" y="3191256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Rapid7 InsightVM/IDR · Nucleus Security · Tenable One · Qualys VMDR · Greenbone/OpenVAS · DefectDojo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6089904" y="2889504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089904" y="2889504"/>
            <a:ext cx="2862072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81344" y="2980944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CLOUD, ASM &amp; ASSET MGMT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6181344" y="3191256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 · Wiz CNAPP · Cortex Xpanse · Prisma Cloud · CyCognito · RiskRecon · Censys · BitSight · UpGuard · SecurityScorecard · AWS Security Hub · JupiterOne · Armis · Axonius · Lansweeper · ControlUp · Stellar Cyber · Whistic · Netskope · runZero · Dynatrace · SecurityTrails · DomainTools · Silent Push · ip-api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182880" y="3931920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82880" y="3931920"/>
            <a:ext cx="2862072" cy="54864"/>
          </a:xfrm>
          <a:prstGeom prst="rect">
            <a:avLst/>
          </a:prstGeom>
          <a:solidFill>
            <a:srgbClr val="5B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74320" y="4023360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9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EMAIL &amp; INSIDER RISK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274320" y="4233672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Okta · Microsoft Entra ID · Ping Identity · Silverfort · Semperis DSP · Mimecast · IRONSCALES · Abnormal Security · Code42 Incydr · DTEX InTERCEPT · Gurucul UEBA · Exabeam · Securonix · GitGuardian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3136392" y="3931920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3136392" y="3931920"/>
            <a:ext cx="2862072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27832" y="4023360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SANDBOXES, BAS &amp; VALIDATION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227832" y="4233672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 Sandbox · ANY.RUN · Hybrid Analysis · VMRay · Intezer · SafeBreach · AttackIQ · Cymulate · Picus · Pentera · XM Cyber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6089904" y="3931920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6089904" y="3931920"/>
            <a:ext cx="2862072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81344" y="4023360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OSINT, AI &amp; FEDERATION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6181344" y="4233672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Dataminr Pulse · Factal · Samdesk · HUMAN Security · Microsoft Copilot · OpenAI ChatGPT · Google Gemini · Grok AI · Discord · GNAT Federation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182880" y="4864608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connector: authenticate · health_check · get/list/upsert/delete_object · to_stix() · from_stix()  —  one uniform contract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— A Universal Data Contract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object from every connector normalises into the same STIX 2.1 types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109728" cy="13898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2120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IOCs with STIX patterns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[domain-name:value = '...']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280160"/>
            <a:ext cx="109728" cy="13898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5584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ThreatActor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5584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profiles, aliases,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motivation, attribution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8932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89320" y="1280160"/>
            <a:ext cx="109728" cy="138988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9048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CVEs, CVSS scores,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exploited flag, products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834640"/>
            <a:ext cx="109728" cy="1389888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120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TTPs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tactic mapping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15468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54680" y="2834640"/>
            <a:ext cx="109728" cy="1389888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5584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35584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families,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capabilities, kill-chain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98932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989320" y="2834640"/>
            <a:ext cx="109728" cy="1389888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048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9048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Links: indicates · uses · targets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STIX graph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+ Export Pipelines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PIPELINE  (pull from platforms)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931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reader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· CSV · STIX · Syslog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 · Email · Splunk · Elastic…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6916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7647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7647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mapper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FlatIOC · STIX · MISP · CEF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· NVD CVE · Feedly…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0632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363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1363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ORM objects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· confidence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tag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PIPELINE  (push to destinations)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006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737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ExportFilter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737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TypeFilter · ConfidenceFilter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TLPFilter · SectorFilter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IOCTypeFilter · LimitFilter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1722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2453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ExportTransform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453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NetskopeCETransform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STIXBundle · CSV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5438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6169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6169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 (HTTP)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MultiDelivery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20040" y="306324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example: ThreatQ → GNAT → Netskope CE (FQDN + URL + SHA256 every 15 min) → Tenant lists → Palo Alto EDLs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3520440"/>
            <a:ext cx="8503920" cy="126187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8056" y="3611880"/>
            <a:ext cx="82478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(ExportPipeline("tq-to-netskope")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.read_from(workspace)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.filter_with(TypeFilter("indicator")).filter_with(ConfidenceFilter(70))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.transform_with(NetskopeCETransform(source_label="ThreatQ", ioc_types=["domain","url","sha256"]))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.deliver_to(PlatformDelivery(netskope_client))).run()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— One Scheduler, All Jobs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96696"/>
            <a:ext cx="1746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FeedJob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29768" y="1289304"/>
            <a:ext cx="17465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job type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class for all scheduled work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868680"/>
            <a:ext cx="196596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32888" y="996696"/>
            <a:ext cx="1746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532888" y="1289304"/>
            <a:ext cx="17465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scheduler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all job types together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2628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628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36008" y="996696"/>
            <a:ext cx="1746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ExportJob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36008" y="1289304"/>
            <a:ext cx="17465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EDL / CE export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FeedJob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629400" y="868680"/>
            <a:ext cx="224028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868680"/>
            <a:ext cx="224028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39128" y="996696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39128" y="1289304"/>
            <a:ext cx="202082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PDF/DOCX report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On-success delivery hook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0040" y="221284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job type extends FeedJob and runs in the same FeedScheduler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2633472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Drift-corrected timing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jobs stay hourly even when runs take 5 min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17720" y="2633472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8231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protection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8231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or queue policy — never two runs of the same job simultaneously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3291840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ctx.last_success_iso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ingestion: readers receive the last success timestamp automatically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17720" y="3291840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On-success / on-failure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78231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Callbacks for alerting, logging, and downstream triggers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3950208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004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APScheduler / Celery adapters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8463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jobs to external schedulers for teams with existing infrastructure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617720" y="3950208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1772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8231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to_cron_lines()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78231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crontab entries for simple server deployments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— Multi-LLM Threat Research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ResearchAgent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Topic-driven: synthesise research on threat actors, CVEs, campaigns.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Feed-driven: monitor sources for new threat content.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LLMClient (Claude / OpenAI / Grok / Gemini).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868680"/>
            <a:ext cx="2651760" cy="4754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ParsingAgent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6440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6440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structured STIX from any unstructured text.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Flexible: IOCs + TTPs + actors + CVEs — whatever is present.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output capped at confidence ≤ 60, tagged x_source_type=ai_extracted.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8932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89320" y="868680"/>
            <a:ext cx="2651760" cy="475488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9904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LLMClient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9904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Multi-LLM Facade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9904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interface for Claude, OpenAI, Grok (xAI), and Gemini.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provider fallback on errors or rate limits.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via [claude] / [openai] / [grok] / [gemini] INI sections.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 ResearchAgent, ParsingAgent, and ReportDraftingAssistant.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3090672"/>
            <a:ext cx="8503920" cy="475488"/>
          </a:xfrm>
          <a:prstGeom prst="rect">
            <a:avLst/>
          </a:prstGeom>
          <a:solidFill>
            <a:srgbClr val="16295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14553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⛶  WorkflowEngine — Sequential DAG Orchestration (v1.4+)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02920" y="332841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Pre-built: PhishingTriage · IncidentResponse · Custom DAGs with on_success / on_failure routing · cycle detection · elapsed timing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20040" y="3657600"/>
            <a:ext cx="8503920" cy="713232"/>
          </a:xfrm>
          <a:prstGeom prst="rect">
            <a:avLst/>
          </a:prstGeom>
          <a:solidFill>
            <a:srgbClr val="16295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72160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AI Trust Model · CopilotReader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39319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confidence_ceiling = 60 (configurable) prevents AI-extracted intel from reaching EDLs without analyst review. All AI objects tagged x_source_type='ai_extracted'. Export pipelines default to ConfidenceFilter(min=70), which excludes AI intel until promoted. CopilotReader queries Microsoft Copilot via DirectLine (SharePoint, mailboxes, Teams) and feeds output directly into ParsingAgent.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Query Interface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NLPQueryEngine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" y="1298448"/>
            <a:ext cx="3913632" cy="7498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35331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BuiltinParser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572768"/>
            <a:ext cx="3694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extraction — zero extra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dependencies. Regex + keyword rules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entities, IOC types, time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ranges, and platform filters.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38912" y="2167128"/>
            <a:ext cx="3913632" cy="7498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22199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ClaudeParser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441448"/>
            <a:ext cx="3694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structured extraction.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same QuerySpec as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builtin backend. Configured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[nlp] backend = claude.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29768" y="3044952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via [nlp] section in gnat.ini · backend = builtin | claude · CLI: gnat nlq "..."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416052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822960"/>
            <a:ext cx="41605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QuerySpec (internal dataclass)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73168" y="1261872"/>
            <a:ext cx="3931920" cy="17830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01184" y="1353312"/>
            <a:ext cx="36758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QuerySpec: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entities:   list[str]        # APT-128, Cobalt Strike...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ioc_types:  list[str]        # ip, domain, hash...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since:      datetime | None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until:      datetime | None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platforms:  list[str]        # connectors to query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limit:      int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0040" y="3337560"/>
            <a:ext cx="850392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" y="3429000"/>
            <a:ext cx="8247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client.natural_language_query(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"Get all IPs associated with Lazarus Group in the last 30 days"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# → list[STIXBase] dispatched to all configured connectors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— Shared Team Knowledge Base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5029200" cy="77724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326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WORKSPACES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20700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Analyst-owned · Active investigation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828800"/>
            <a:ext cx="5029200" cy="7772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928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 (_gnat_staging)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lib.promote(ws, topic, researcher, note='...')  —  anyone can write, nothing auto-promotes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040" y="2788920"/>
            <a:ext cx="5029200" cy="7772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85292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 (_gnat_library)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12724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· Read-only to analysts · CurationJob every 4h · deduplication · TTL enforcement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834640" y="1655064"/>
            <a:ext cx="0" cy="164592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834640" y="2615184"/>
            <a:ext cx="0" cy="164592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5577840" y="8412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by Category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170432"/>
          <a:ext cx="3246120" cy="2011680"/>
        </p:xfrm>
        <a:graphic>
          <a:graphicData uri="http://schemas.openxmlformats.org/drawingml/2006/table">
            <a:tbl>
              <a:tblPr/>
              <a:tblGrid>
                <a:gridCol w="1005840"/>
                <a:gridCol w="868680"/>
                <a:gridCol w="1371600"/>
              </a:tblGrid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TTL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Rationale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IOCs rotate quickly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vulnerability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Exploitability changes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Evolves over weeks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threat_actor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Slow-changing TTPs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Conservative fallback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20040" y="3913632"/>
            <a:ext cx="8503920" cy="658368"/>
          </a:xfrm>
          <a:prstGeom prst="rect">
            <a:avLst/>
          </a:prstGeom>
          <a:solidFill>
            <a:srgbClr val="162952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checks lib.is_fresh("APT29") before running ResearchAgent. After review, promotes to staging with an analyst note. CurationJob deduplicates and promotes to library.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Report Generation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Intel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 daily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2976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32588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2976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2588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analysts / shift handoff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976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2588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 · Markdown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15468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54680" y="868680"/>
            <a:ext cx="2651760" cy="41148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6440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6440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16052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6440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6052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6440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16052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leads / analysts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6440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16052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8932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89320" y="868680"/>
            <a:ext cx="2651760" cy="41148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9904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Yearly Intel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9904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99516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/ manual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09904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99516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09904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99516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/ compliance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9904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9516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0040" y="3456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pipeline: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DataAggregator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AI)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46888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ReportSynthesizer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 call/section)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61772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9087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Renderers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MD/HTML/PDF/DOCX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76656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3971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SharePoint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212848" y="4160520"/>
            <a:ext cx="237744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4361688" y="4160520"/>
            <a:ext cx="237744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6510528" y="4160520"/>
            <a:ext cx="237744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Targeting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— canonical cross-platform sector field, normalized from all connectors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25603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(default)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objects tagged with at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one listed sector.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 objects also pass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(non-strict mode).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0632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063240" y="1280160"/>
            <a:ext cx="25603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729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1729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all listed sectors to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present on the object.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Strict: only tagged objects.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8064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06440" y="1280160"/>
            <a:ext cx="256032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161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strict=True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161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untagged objects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entirely. Only explicitly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 objects are included.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3246120"/>
            <a:ext cx="8503920" cy="1536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" y="3337560"/>
            <a:ext cx="82478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[sector_aliases]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healthcare = Healthcare, Health, Medical, H-ISAC, Hospitals and Health Centers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financial  = Financial Services, Finance, Banking, FS-ISAC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energy     = Energy, Electric, Oil and Gas, E-ISAC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SectorFilter expands aliases so 'health' matches 'Healthcare' from ThreatQ and 'Health' from RF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Sidecar — Solr Full-Text Search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STIX object indexed in Solr 9.x — search across all connectors simultaneously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32588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GNATIndexer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gnat/search/index.py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Add/update/delete Solr documents. Batch indexing with configurable batch_size. Field-mapped from STIX objects.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5468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132588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4612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gnat/search/mixin.py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24612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connector mixin. Auto-indexes on upsert_object() calls. Zero code change to existing connectors.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3504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32588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2648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gnat/search/orm_with_mixin.py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2648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SearchMixin-enhanced STIX objects. Transparent to existing ORM code.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10896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Patch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gnat/search/pipeline_patch.py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6576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IngestPipeline to route records through Solr indexer post-map.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15468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154680" y="310896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4612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Patch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4612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gnat/search/library_patch.py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24612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search-backed lookups. Cross-source correlation at query time.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03504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35040" y="310896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Schema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solr_schema_gnat.xml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12648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9.x schema for GNAT fields: type, value, confidence, x_target_sectors, tlp, source, timestamp.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70001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via [search] in gnat.ini  ·  solr_url = http://localhost:8983/solr/gnat  ·  enabled = true  ·  Grafana dashboards via gnat viz serve --with-solr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&amp; STIX Pattern Validator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— Full Read + Write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GNAT workspace is exposed as a TAXII 2.1 collection. Full protocol compliance including write endpoints.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691640"/>
            <a:ext cx="3941064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  —  Discovery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/taxii2/roots/gnat/collections/  —  List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/taxii2/.../objects/  —  Paginated bundle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/taxii2/.../objects/  —  Ingest bundle (WRITE_TAXII permission)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/taxii2/.../objects/{id}  —  Soft-delete by STIX ID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/taxii2/.../manifest/  —  Object manifest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/taxii2/.../objects/{oid}/versions/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29768" y="3657600"/>
            <a:ext cx="3941064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" y="3749040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taxii --port 8090 --api-key s3cr3t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taxii --title "Acme TAXII" --port 9000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29768" y="416052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gnat[serve]  ·  56 unit tests  ·  TLP:AMBER + RED collections allow write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Pattern Validator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Two-tier validator. Tier 1: pure-Python recursive descent (zero deps). Tier 2: stix2-patterns ANTLR grammar.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73168" y="1773936"/>
            <a:ext cx="3941064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01184" y="1865376"/>
            <a:ext cx="3685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gnat.stix import validate_pattern, PatternValidationError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validate_pattern("[ipv4-addr:value = '1.2.3.4']")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result.valid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ORM opt-in validation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Indicator(pattern="[domain-name:value = 'evil.com']", validate=True)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73168" y="3163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73168" y="3364992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01184" y="3456432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validate pattern "[ipv4-addr:value = '1.2.3.4']"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validate bundle indicators.json --strict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773168" y="40873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gnat[stix-validate] for tier 2  ·  87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Capability Reflection &amp; Health Monitoring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Reflection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Introspect any connector's methods at runtime. Safe guarded dispatch prevents unintended writes.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64792"/>
            <a:ext cx="3941064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" y="1856232"/>
            <a:ext cx="3685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caps = client.capabilities()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[{name, signature, doc, type: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'auth|read|write|helper',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platform_specific: bool}, ...]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Guarded dispatch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client.call("list_objects", stix_type="indicator")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client.call("upsert", obj, allow_write=True)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29768" y="3154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3364992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7784" y="3456432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client capabilities --platform threatq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client call --platform splunk --method list_objects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29768" y="40873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unit tests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Health + Drift Monitor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73168" y="1298448"/>
            <a:ext cx="3941064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ConnectorHealthJob — FeedJob subclass, periodic health checks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health_check() on all configured connectors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SchemaSnapshot: samples list_objects(limit=1) and stores field fingerprint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DriftReport: alerts when changed fields exceed drift_threshold (default 20%)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webhook or email alerts on drift detection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 health check  /  gnat health baseline  CLI subcommands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73168" y="3611880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01184" y="3703320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[health_monitor]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enabled          = true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interval_minutes = 60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alert_webhook    = https://hooks.slack.com/...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drift_threshold  = 0.2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773168" y="433425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&amp; Web Dashboard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(Textual)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over SSH — no browser, no display server required. Modern TUI built on Textual.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73936"/>
            <a:ext cx="3913632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8288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 Query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691640" y="18288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search bar + scrollable STIX results table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29768" y="2176272"/>
            <a:ext cx="3913632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23113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 Library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91640" y="22311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browser · promote (Ctrl+P) / reject (Ctrl+X)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9768" y="2578608"/>
            <a:ext cx="3913632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633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  Scheduler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691640" y="26334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job status · manual trigger with Ctrl+T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29768" y="2980944"/>
            <a:ext cx="3913632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0358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 Reports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691640" y="303580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PDF/HTML/DOCX browser · open in browser (Ctrl+O)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29768" y="3383280"/>
            <a:ext cx="3913632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43814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 Investigations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691640" y="343814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browser · status transitions · Ctrl+N new · Ctrl+R refresh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29768" y="3785616"/>
            <a:ext cx="3913632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84048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F6  Review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691640" y="38404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Intel Review Queue · Approve/Reject/Modify with confidence override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29768" y="4261104"/>
            <a:ext cx="3941064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7784" y="4352544"/>
            <a:ext cx="3685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tui           # launch dashboard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tui review    # start on review screen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29768" y="466344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"gnat[tui]"  ·  F1–F6 screens  ·  38 unit tests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(FastAPI)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Browser-based dashboard for server deployments. X-Api-Key auth, rate-limited 100 req/min.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773168" y="1773936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GET/POST /api/library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773168" y="1975104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search, promote, reject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773168" y="2304288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/api/reports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773168" y="2505456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reports; serve HTML inline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773168" y="2834640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GET/POST /api/scheduler/jobs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773168" y="3035808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status + manual trigger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773168" y="3364992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/health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773168" y="3566160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Unauthenticated liveness check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773168" y="3895344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773168" y="4096512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Single-page dashboard (dark, no build step)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773168" y="4434840"/>
            <a:ext cx="3941064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01184" y="4526280"/>
            <a:ext cx="3685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serve --port 8088 --api-key $(openssl rand -hex 16)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773168" y="4809744"/>
            <a:ext cx="3941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"gnat[serve]"  ·  Bind 127.0.0.1 by default  ·  54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 &amp; Contribution Pipeline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Introspects any registered connector via capabilities() and generates a valid XSOAR 6 content pack zip.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773936"/>
            <a:ext cx="3941064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pack_metadata.json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Integrations/&lt;Name&gt;/&lt;Name&gt;.yml  —  XSOAR command defs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Integrations/&lt;Name&gt;/&lt;Name&gt;.py  —  Python bridge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ReleaseNotes/&lt;ver&gt;.md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methods flagged dangerous: true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type auto-detected from constructor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9768" y="3611880"/>
            <a:ext cx="3941064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" y="3703320"/>
            <a:ext cx="3685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xsoar     --connector threatq --output ./packs/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openapi   --spec api.yaml --name myplatform --ai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tests     --connector crowdstrike --overwrite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register  --scan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config-docs --dry-run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29768" y="4681728"/>
            <a:ext cx="3941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xsoar: 40 tests  ·  openapi + tests + register + config-docs: new in v1.5  ·  --ai: Claude-powered implementations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Contribution Pipeline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a connector as a draft GitHub PR through a 7-step compliance gate.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73168" y="1773936"/>
            <a:ext cx="3941064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Enabled guard (opt-in only)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Connector exists in CLIENT_REGISTRY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ComplianceMatrix: all 8 methods + test file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Full test suite — aborts on failure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Branch: contribute/{platform}-{timestamp}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Commit + push to fork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Draft PR via GitHub REST API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73168" y="3858768"/>
            <a:ext cx="3941064" cy="548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01184" y="395020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contribute --connector myplatform --message "Add..."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contribute --connector myplatform --dry-run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773168" y="4471416"/>
            <a:ext cx="3941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draft_pr = true is hardcoded — always requires human review  ·  47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&amp; Containerization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349240" cy="40050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34924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4124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  —  Production Stack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61872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61872"/>
            <a:ext cx="73152" cy="56692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316736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gnat-scheduler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40080" y="153619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FeedScheduler: ingest, export, AI research,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curation, and report jobs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20240"/>
            <a:ext cx="7315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975104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gnat-edl  :8080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40080" y="2194560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server: serves indicator files to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firewalls. Survives scheduler restart.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57200" y="2578608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629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578608"/>
            <a:ext cx="73152" cy="56692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633472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gnat-monitor  :8090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40080" y="2852928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endpoint: GET /status → JSON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/ Grafana ping check.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236976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236976"/>
            <a:ext cx="73152" cy="56692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291840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solr (profile: search)  :8983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40080" y="351129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search index for GNAT sidecar.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3895344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895344"/>
            <a:ext cx="7315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95020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grafana (profile: monitoring)  :3000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40080" y="416966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dashboards for Solr + GNAT data.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7200" y="457200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volume: gnat-workspace  ·  .env.example → .env  ·  make docker-build / docker-up / docker-logs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806440" y="804672"/>
            <a:ext cx="3017520" cy="18745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806440" y="804672"/>
            <a:ext cx="30175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16168" y="84124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DevContainer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916168" y="1225296"/>
            <a:ext cx="27980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.devcontainer/devcontainer.json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toolchain + Docker-in-Docker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extension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Codespaces ready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06440" y="2816352"/>
            <a:ext cx="3017520" cy="199339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806440" y="2816352"/>
            <a:ext cx="30175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16168" y="28529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 Harness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916168" y="3236976"/>
            <a:ext cx="279806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 8.13.4 + Solr 9.6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Non-conflicting ports (19200, 18983)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@pytest.mark.docker marker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TAXII + 14 Elastic + 14 Solr tests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test-docker  (up → run → down)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Workspace Isolation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namespace prefixing — no schema migration — works with SQLite and FlatFile stores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5486400" cy="2331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" y="1325880"/>
            <a:ext cx="523036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gnat.context import WorkspaceManager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manager = WorkspaceManager.default()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acme = manager.for_tenant("acme")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   = acme.create("apt28-investigation")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stored as: "acme::apt28-investigation"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beta = manager.for_tenant("beta")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ws2  = beta.create("apt28-investigation")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stored as: "beta::apt28-investigation"  (no collision)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989320" y="1234440"/>
            <a:ext cx="283464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89320" y="1234440"/>
            <a:ext cx="28346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9048" y="1271016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TenantRegistry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48" y="1664208"/>
            <a:ext cx="261518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workspaces → "default" tenant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config_path in INI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list() scoped to tenant namespace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WorkspaceManager.for_tenant(id)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unit tests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36576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3886200"/>
            <a:ext cx="8503920" cy="84124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" y="3977640"/>
            <a:ext cx="82478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list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create acme --display-name "Acme Corp" --config /etc/gnat/acme.ini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workspaces acme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delete acme --yes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 Single Azure VM, Three Services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577840" cy="40050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57784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04672"/>
            <a:ext cx="557784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412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VM B2s  (2 vCPU · 4 GB · ~$50/month)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80160"/>
            <a:ext cx="91440" cy="82296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135331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gnat-scheduler.service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8368" y="162763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FeedScheduler: ingest, export, AI research,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curation, and report jobs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4D8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286000"/>
            <a:ext cx="91440" cy="82296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35915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gnat-edl.service  :8080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8368" y="263347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EDLServer: serves indicator files to firewalls.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— survives scheduler restart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629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291840"/>
            <a:ext cx="91440" cy="82296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36499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gnat-health.service  :8090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" y="363931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endpoint: GET /status → JSON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/ Grafana ping check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43708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Storage: ~/.gnat/config.ini  ·  workspaces/  ·  /var/reports/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35040" y="804672"/>
            <a:ext cx="2788920" cy="400507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035040" y="804672"/>
            <a:ext cx="27889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8412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Scale-out path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72200" y="129844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feeds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172200" y="153619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jobs → Azure Container Instances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172200" y="1956816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72200" y="210312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SLA &lt; 5 min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172200" y="2340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server → dedicated B1s VM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72200" y="2761488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90779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analysts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314553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FlatFileStore → PostgreSQL (1 config change)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172200" y="3566160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2200" y="371246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39502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workspace namespace per tenant, shared codebase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Migrations &amp; Plugin System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Migrations (Alembic)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Alembic 1.13 schema management. URL resolved: GNAT_DB_URL → [database] INI → default.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55648"/>
            <a:ext cx="391363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" y="181051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0001_init_all_tables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39496" y="2029968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investigations, reports, workspaces,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workspace_objects, enrichment_log, context_globals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29768" y="2414016"/>
            <a:ext cx="391363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496" y="2468880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0002_add_lineage_events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39496" y="2688336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lineage_events table · composite index on (object_id, timestamp)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29768" y="3072384"/>
            <a:ext cx="391363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" y="3127248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0003_add_metrics_events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9496" y="3346704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metrics_events table · index on (metric_type, timestamp)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29768" y="3749040"/>
            <a:ext cx="3941064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7784" y="3840480"/>
            <a:ext cx="3685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gnat-db upgrade head    # apply all migrations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gnat-db current         # show current revision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gnat-db history         # show migration history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29768" y="43159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"gnat[migrations]"  ·  get_combined_metadata() for Alembic auto-detect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System (gnat.plugins)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Extensible plugin architecture with entry_points discovery, filesystem scanning, and HookBus pub/sub.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773168" y="1792224"/>
            <a:ext cx="3913632" cy="493776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82896" y="1828800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GNATPlugin ABC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82896" y="2029968"/>
            <a:ext cx="3694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/ version / capabilities / register(registry)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773168" y="2359152"/>
            <a:ext cx="3913632" cy="493776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82896" y="2395728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PluginCapability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82896" y="2596896"/>
            <a:ext cx="3694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· READER · MAPPER · AGENT · REPORTER · HOOK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73168" y="2926080"/>
            <a:ext cx="3913632" cy="493776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82896" y="2962656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HookBus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82896" y="3163824"/>
            <a:ext cx="3694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pub/sub · 14 built-in KNOWN_EVENTS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handlers · exceptions never propagate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773168" y="3493008"/>
            <a:ext cx="3913632" cy="493776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82896" y="3529584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PluginRegistry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82896" y="3730752"/>
            <a:ext cx="3694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load/unload/get/list · entry_points discovery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GNAT_PLUGIN_DIRS env var · wraps existing registries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773168" y="4023360"/>
            <a:ext cx="3941064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01184" y="4114800"/>
            <a:ext cx="3685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[plugins]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 = /opt/gnat/plugins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 declare in pyproject.toml entry-points: gnat.plugins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 (RBAC) &amp; STIX Object Validator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 — RBAC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orthogonal to TLP labels. Static permission matrix. FastAPI-native Depends.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828800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" y="186537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572768" y="1883664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READ_OBJECTS, READ_REPORTS, QUERY_NLP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29768" y="2340864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496" y="237744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572768" y="2395728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WRITE_OBJECTS, ENRICH, PROMOTE_INTEL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9768" y="2852928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" y="288950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572768" y="2907792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MANAGE_SCHEDULES, WRITE_TAXII, EXPORT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29768" y="3364992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9496" y="340156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572768" y="3419856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MANAGE_KEYS, MANAGE_TENANTS (all perms)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29768" y="3913632"/>
            <a:ext cx="3913632" cy="384048"/>
          </a:xfrm>
          <a:prstGeom prst="rect">
            <a:avLst/>
          </a:prstGeom>
          <a:solidFill>
            <a:srgbClr val="16295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9496" y="3968496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Audit Middleware: every API request emits api_request HookBus event + structured log. APIKey.role field.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9768" y="4370832"/>
            <a:ext cx="3941064" cy="365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7784" y="4462272"/>
            <a:ext cx="3685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engine.require(Permission.WRITE_TAXII, key_store)  # FastAPI Depends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Object Validator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STIXObjectValidator validates required properties, vocabularies, confidence, refs, and ID format.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73168" y="1792224"/>
            <a:ext cx="3913632" cy="64008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82896" y="1828800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SDO  (19 types)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882896" y="202996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indicator, malware, threat-actor, campaign, attack-pattern, course-of-action, identity, intrusion-set, tool, vulnerability, report, observed-data, note, opinion, relationship, sighting, infrastructure, malware-analysis, location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773168" y="2505456"/>
            <a:ext cx="3913632" cy="64008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82896" y="254203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  (16 types)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882896" y="2743200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ipv4-addr, ipv6-addr, domain-name, url, file, process, network-traffic, email-message, windows-registry-key, user-account, software, autonomous-system, directory, email-addr, mac-addr, mutex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773168" y="3218688"/>
            <a:ext cx="3913632" cy="64008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82896" y="3255264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SRO  (2 types)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882896" y="3456432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relationship, sighting — validates source/target ref format and relationship_type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773168" y="3931920"/>
            <a:ext cx="3913632" cy="64008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82896" y="3968496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(4 types)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882896" y="4169664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bundle, marking-definition, language-content, extension-definition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73168" y="4663440"/>
            <a:ext cx="3941064" cy="1645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01184" y="4754880"/>
            <a:ext cx="3685032" cy="-18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gnat.stix.object_validator import STIXObjectValidator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Orchestration — Workflow DAG Engine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8503920" cy="420624"/>
          </a:xfrm>
          <a:prstGeom prst="rect">
            <a:avLst/>
          </a:prstGeom>
          <a:solidFill>
            <a:srgbClr val="16295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gnat.agents.workflow  ·  Sequential DAG executor with success/failure routing, cycle detection, and elapsed timing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344168"/>
            <a:ext cx="201168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344168"/>
            <a:ext cx="2011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9768" y="147218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WorkflowStep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9768" y="1764792"/>
            <a:ext cx="17922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fn, on_success, on_failure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Callable step with optional routing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468880" y="1344168"/>
            <a:ext cx="201168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68880" y="1344168"/>
            <a:ext cx="2011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78608" y="147218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WorkflowContext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78608" y="1764792"/>
            <a:ext cx="17922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investigation, enriched_objects, gaps, draft,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metadata — shared state across all steps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17720" y="1344168"/>
            <a:ext cx="201168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1344168"/>
            <a:ext cx="2011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27448" y="147218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27448" y="1764792"/>
            <a:ext cx="17922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dict + entry_point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.execute(ctx) → WorkflowResult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766560" y="1344168"/>
            <a:ext cx="201168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66560" y="1344168"/>
            <a:ext cx="2011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76288" y="147218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WorkflowResult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76288" y="1764792"/>
            <a:ext cx="17922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success, steps_run, errors, elapsed_ms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execution trace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29768" y="28346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Step Factories: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9768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enrich_step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746504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56232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correlate_step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172968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82696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gap_detect_step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99432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09160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draft_report_step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025896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35624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transition_step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452360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62088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fn_step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29768" y="35204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Pre-built Workflows: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040" y="3822192"/>
            <a:ext cx="8503920" cy="402336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29768" y="38770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PhishingTriage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938528" y="3913632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 → correlate → gap_detect → draft_report → transition(IN_PROGRESS)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0040" y="4297680"/>
            <a:ext cx="8503920" cy="402336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9768" y="435254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IncidentResponse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938528" y="4389120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 → correlate → gap_detect → draft_report → transition(REVIEW)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0040" y="4828032"/>
            <a:ext cx="850392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8056" y="4919472"/>
            <a:ext cx="8247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gnat.agents.workflows.phishing_triage import build_phishing_triage_workflow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build_phishing_triage_workflow(enricher, correlator, detector, drafter, svc).execute(ctx)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Lineage &amp; Analyst Metrics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Lineage (gnat.lineage)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event log. Zero new runtime dependencies. Optional deployment.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37360"/>
            <a:ext cx="3913632" cy="54864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" y="1773936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LineageEventType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39496" y="1975104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INGESTED · ENRICHED · NORMALIZED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· EXPORTED · REPORTED · DELETED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29768" y="2359152"/>
            <a:ext cx="3913632" cy="54864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496" y="2395728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LineageEvent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9496" y="2596896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UUID4 id · timestamp · object_id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· source · metadata dict (immutable)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29768" y="2980944"/>
            <a:ext cx="3913632" cy="54864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" y="3017520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LineageStore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39496" y="3218688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SQLAlchemy-backed lineage_events table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 / query / query_by_type / count()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29768" y="3602736"/>
            <a:ext cx="3913632" cy="54864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9496" y="363931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LineageTracker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39496" y="3840480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Convenience wrapper: record_ingested()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record_enriched() … store=None → no-op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29768" y="4242816"/>
            <a:ext cx="3941064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7784" y="4334256"/>
            <a:ext cx="3685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tracker.record_ingested("indicator--abc", actor="feed_scheduler")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store.query("indicator--abc")  # full audit trail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29768" y="4645152"/>
            <a:ext cx="3941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ADR-0038: append-only log · no runtime deps · optional deployment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Metrics (gnat.metrics)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73168" y="1280160"/>
            <a:ext cx="3941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ring-buffer collector with structured aggregation by type and time window.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73168" y="1719072"/>
            <a:ext cx="3941064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INVESTIGATION_CREATED · INVESTIGATION_CLOSED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ENRICHMENT_ATTEMPTED · ENRICHMENT_SUCCESS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REPORT_PUBLISHED · GAP_DETECTED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FALSE_POSITIVE_FLAGGED · ANALYST_OVERRIDE · INTEL_PROMOTED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73168" y="2798064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82896" y="2834640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investigation_summary(days)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882896" y="3035808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breakdown + close rate for period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773168" y="3310128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82896" y="3346704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enrichment_effectiveness(platform, days)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882896" y="3547872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 + avg per-platform confidence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773168" y="3822192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82896" y="3858768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gap_frequency(days)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882896" y="4059936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detection rate over the window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773168" y="4334256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82896" y="4370832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false_positive_rate(days)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882896" y="4572000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FP:total ratio for the window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773168" y="4864608"/>
            <a:ext cx="3941064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01184" y="4956048"/>
            <a:ext cx="3685032" cy="36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collector.record(MetricType.REPORT_PUBLISHED, 1)  # anywhere in pipeline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Intel Review Queue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8503920" cy="402336"/>
          </a:xfrm>
          <a:prstGeom prst="rect">
            <a:avLst/>
          </a:prstGeom>
          <a:solidFill>
            <a:srgbClr val="16295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052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gate between AI-extracted intel and the analyst-verified workspace. Analysts approve, modify, or reject before promotion.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84048" y="1298448"/>
            <a:ext cx="841248" cy="27432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35024" y="133502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86000" y="1298448"/>
            <a:ext cx="841248" cy="274320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22576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236976" y="133502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87952" y="1298448"/>
            <a:ext cx="841248" cy="274320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24528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89904" y="1298448"/>
            <a:ext cx="841248" cy="27432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991856" y="1298448"/>
            <a:ext cx="841248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28432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0040" y="1682496"/>
            <a:ext cx="4160520" cy="310896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1682496"/>
            <a:ext cx="416052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" y="1719072"/>
            <a:ext cx="3941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ReviewService Methods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9768" y="208483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submit(stix_id, stix_type, stix_data, ...)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29768" y="226771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AI-extracted intel for review (PENDING)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29768" y="245059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approve(id, reviewer, notes, confidence)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29768" y="263347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APPROVED + optional confidence override (0-100)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29768" y="281635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reject(id, reviewer, reason)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29768" y="299923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REJECTED with reason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29768" y="318211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modify(id, reviewer, modified_properties)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29768" y="336499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analyst property overrides (MODIFIED)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29768" y="354787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promote(id, reviewer, workspace_manager)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29768" y="373075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overrides + x_source_type=analyst_verified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29768" y="391363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bulk_approve(ids) / bulk_reject(ids)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29768" y="409651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operations with full validation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29768" y="427939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stats()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29768" y="446227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Per-status breakdown + total count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663440" y="1682496"/>
            <a:ext cx="4160520" cy="310896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663440" y="1682496"/>
            <a:ext cx="416052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73168" y="1719072"/>
            <a:ext cx="3941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 ·  CLI  ·  TUI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73168" y="2084832"/>
            <a:ext cx="3941064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/api/review  —  list (status + type + submitter filters)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  —  submit new item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/api/review/stats  —  per-status counts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/api/review/{id}  —  item detail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/api/review/{id}/approve  —  approve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/api/review/{id}/reject   —  reject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/api/review/{id}/modify   —  set overrides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/api/review/{id}/promote  —  promote to workspace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773168" y="3968496"/>
            <a:ext cx="3941064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01184" y="4059936"/>
            <a:ext cx="3685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review list --status pending --type indicator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review approve &lt;id&gt; --by alice --confidence 85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review stats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773168" y="4535424"/>
            <a:ext cx="3913632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82896" y="4553712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TUI: F6  ReviewScreen  ·  Approve/Reject/Modify with confidence input  ·  Ctrl+A bulk approve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Control, Reasoning &amp; Safety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ExecutionContext · Domain Boundaries · HypothesisEngine · AgentGovernor · HITL · Workspace Trust  —  shipped in v1.6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43584"/>
            <a:ext cx="5029200" cy="676656"/>
          </a:xfrm>
          <a:prstGeom prst="rect">
            <a:avLst/>
          </a:prstGeom>
          <a:solidFill>
            <a:srgbClr val="162952"/>
          </a:solidFill>
          <a:ln w="63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43584"/>
            <a:ext cx="73152" cy="676656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29844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ExecutionContext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1298448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gnat/core/context.py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2920" y="152704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operation stamped with context_id, domain, trust_level, workspace_id. Append-only execution_log (migration 0004). Full audit trail from connector call to report.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0040" y="1993392"/>
            <a:ext cx="5029200" cy="67665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1993392"/>
            <a:ext cx="73152" cy="67665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4825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Boundaries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2048256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gnat/core/domains.py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02920" y="227685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↔ Analysis ↔ Investigation ↔ Reporting are enforced domains. @domain_boundary decorator raises DomainBoundaryViolation on illegal cross-domain calls.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20040" y="2743200"/>
            <a:ext cx="5029200" cy="676656"/>
          </a:xfrm>
          <a:prstGeom prst="rect">
            <a:avLst/>
          </a:prstGeom>
          <a:solidFill>
            <a:srgbClr val="162952"/>
          </a:solidFill>
          <a:ln w="6350">
            <a:solidFill>
              <a:srgbClr val="06B6D4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743200"/>
            <a:ext cx="73152" cy="676656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7980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HypothesisEngine + NegativeEvidence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2798064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gnat/reasoning/hypothesis.py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02920" y="302666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→ evaluate → close lifecycle. Confidence scoring weighted by connector TRUST_LEVEL (0.9/0.6/0.3). NegativeEvidenceRecord suppresses redundant re-queries within TTL.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0040" y="3493008"/>
            <a:ext cx="5029200" cy="676656"/>
          </a:xfrm>
          <a:prstGeom prst="rect">
            <a:avLst/>
          </a:prstGeom>
          <a:solidFill>
            <a:srgbClr val="162952"/>
          </a:solidFill>
          <a:ln w="635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493008"/>
            <a:ext cx="73152" cy="67665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354787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AgentGovernor + HITL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" y="3547872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gnat/agents/governor.py  ·  hitl.py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02920" y="377647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agent actions routed through permission matrix ([agent_policy] INI). High/critical actions create PENDING ReviewItem via existing gnat/review/. Critical triggers XSOAR playbook.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20040" y="4242816"/>
            <a:ext cx="5029200" cy="67665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0040" y="4242816"/>
            <a:ext cx="73152" cy="67665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2976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ReasoningEngine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429768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gnat/reasoning/engine.py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02920" y="452628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prioritize(observable_set, context) scores each observable using trust level, hypothesis confidence, NE TTL, age, and corroboration count. Outputs structured machine-readable explanation dict.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532120" y="1243584"/>
            <a:ext cx="3291840" cy="37490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532120" y="1243584"/>
            <a:ext cx="32918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41848" y="1280160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Trust Model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41848" y="1682496"/>
            <a:ext cx="3072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TRUST_LEVEL on all 158 connectors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41848" y="1993392"/>
            <a:ext cx="3017520" cy="822960"/>
          </a:xfrm>
          <a:prstGeom prst="rect">
            <a:avLst/>
          </a:prstGeom>
          <a:solidFill>
            <a:srgbClr val="1E293B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41848" y="2066544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2800" dirty="0"/>
          </a:p>
        </p:txBody>
      </p:sp>
      <p:sp>
        <p:nvSpPr>
          <p:cNvPr id="37" name="Text 35"/>
          <p:cNvSpPr/>
          <p:nvPr/>
        </p:nvSpPr>
        <p:spPr>
          <a:xfrm>
            <a:off x="6163056" y="204825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trusted_internal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163056" y="224942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weight: 0.9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163056" y="243230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· Sentinel · QRadar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· Elastic · Wazuh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641848" y="2944368"/>
            <a:ext cx="3017520" cy="822960"/>
          </a:xfrm>
          <a:prstGeom prst="rect">
            <a:avLst/>
          </a:prstGeom>
          <a:solidFill>
            <a:srgbClr val="1E293B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41848" y="3017520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2800" dirty="0"/>
          </a:p>
        </p:txBody>
      </p:sp>
      <p:sp>
        <p:nvSpPr>
          <p:cNvPr id="42" name="Text 40"/>
          <p:cNvSpPr/>
          <p:nvPr/>
        </p:nvSpPr>
        <p:spPr>
          <a:xfrm>
            <a:off x="6163056" y="299923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semi_trusted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163056" y="320040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weight: 0.6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163056" y="33832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· ThreatQ · MISP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 · Mandiant · RF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641848" y="3895344"/>
            <a:ext cx="3017520" cy="822960"/>
          </a:xfrm>
          <a:prstGeom prst="rect">
            <a:avLst/>
          </a:prstGeom>
          <a:solidFill>
            <a:srgbClr val="1E293B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641848" y="3968496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800" dirty="0"/>
          </a:p>
        </p:txBody>
      </p:sp>
      <p:sp>
        <p:nvSpPr>
          <p:cNvPr id="47" name="Text 45"/>
          <p:cNvSpPr/>
          <p:nvPr/>
        </p:nvSpPr>
        <p:spPr>
          <a:xfrm>
            <a:off x="6163056" y="39502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untrusted_external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163056" y="415137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weight: 0.3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163056" y="433425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AlienVault OTX · CISA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ShadowServer · OSINT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20040" y="4846320"/>
            <a:ext cx="8503920" cy="20116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29768" y="4864608"/>
            <a:ext cx="8375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ADRs 0039–0049  ·  TRUST_LEVEL on all 158 connectors  ·  Alembic migrations 0004–0008  ·  SimulationConnector · ReplayRunner · AgentTestHarness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Abstraction Advantage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from ThreatQ to a new TIP? Change one config line. The pipeline, scheduler, reports, and export jobs all work unchanged. Your automation is not locked to any platform.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5468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82296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Simplicity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6440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changes affect one connector file, not every script. Tests cover all connectors uniformly. One library version number covers the entire integration stack.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8932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Consistency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904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exposes get_object(), list_objects(), upsert_object(), to_stix(), from_stix(). Analysts learn one mental model once and it works across 158 platforms.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Coherence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976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scheduler, one health endpoint, one log stream. No more asking which of 15 scripts ran overnight and whether it worked. FeedScheduler.summary() answers all of that.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5468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54680" y="283464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6440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Adoption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6440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is independently useful. Start with connectors only. Add ingest. Add export. Add AI. Add reports. The stack is additive — you never have to replace working parts.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9904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4,600+ unit tests across 40+ test files. Every connector, every pipeline stage, every renderer, every scheduler, every new v1.4/1.5 module. Confidence in changes without regression fear.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Safety, CI &amp; Developer Security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9260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822960"/>
            <a:ext cx="2724912" cy="40233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233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pylint workflow on every push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3.9 / 3.10 / 3.11 / 3.12 matrix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build on any lint error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on README signals status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7296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72968" y="822960"/>
            <a:ext cx="2724912" cy="402336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8269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8269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code review on pull requests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suggestions during authoring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detection across codebase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AI code still gates through CI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5332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53328" y="822960"/>
            <a:ext cx="2724912" cy="402336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6305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+ mypy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6305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Ruff: E, F, W, I, UP, B, C4, SIM rules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length 100, Python 3.9 target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mypy: warn_return_any, strict configs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check = lint + typecheck gate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260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92608" y="2852928"/>
            <a:ext cx="2724912" cy="40233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Coverage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233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4,600+ unit tests across 40+ files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minimum coverage enforced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fail_under = 70 in pyproject.toml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integration harness (ES + Solr)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7296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72968" y="2852928"/>
            <a:ext cx="2724912" cy="40233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8269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8269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dependency update PRs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 per dependency for audit trail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versions reviewed before merge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Python + GitHub Actions deps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05332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53328" y="2852928"/>
            <a:ext cx="2724912" cy="40233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6305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Snyk + Secret Scanning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16305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Snyk: dependency vulnerability scanning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security analysis in pipeline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secret scanning: blocks known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before they reach history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2608" y="4846320"/>
            <a:ext cx="8577072" cy="182880"/>
          </a:xfrm>
          <a:prstGeom prst="rect">
            <a:avLst/>
          </a:prstGeom>
          <a:solidFill>
            <a:srgbClr val="162952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" y="4864608"/>
            <a:ext cx="8357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ceiling — draft PRs only — localhost binding by default — call() write guard — no credentials in source — HMAC constant-time key validation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6126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91440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558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4,600+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33558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93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250+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60990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283464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~$50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6126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Azure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Cost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461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46120" y="2834640"/>
            <a:ext cx="246888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558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33558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Ceiling (default)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4200" dirty="0"/>
          </a:p>
        </p:txBody>
      </p:sp>
      <p:sp>
        <p:nvSpPr>
          <p:cNvPr id="28" name="Text 26"/>
          <p:cNvSpPr/>
          <p:nvPr/>
        </p:nvSpPr>
        <p:spPr>
          <a:xfrm>
            <a:off x="60990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Records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Sequence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1-2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+ configure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connectivity: gnat ping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ingest dry-run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78308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2880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3-5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78308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5623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5623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connector configs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ingest jobs (TQ, RF, CS)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running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4612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9184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9184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6-8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24612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1927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1927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ExportJob (15 min)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files hourly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TQ → CE → firewall EDLs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70916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5488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9-10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70916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8231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8231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[claude] in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ResearchAgent query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CurationJob to scheduler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17220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1792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11-14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17220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4535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4535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 — review PDF/HTML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email delivery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 at 06:00 daily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635240" y="822960"/>
            <a:ext cx="1325880" cy="50292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6809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763524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083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7083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config templates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EXAMPLES.md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review process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Roadmap Items — Complete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Every pending item has shipped  —  v1.5.0 complete  ·  Phase 4 (v1.6) shipped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125272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26187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normalized across all connectors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0040" y="1444752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" y="146304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67512" y="147218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 renderer — pure Python (python-docx)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20040" y="1655064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3192" y="167335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67512" y="168249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WorkspaceManager.default() method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0040" y="1865376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3192" y="188366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189280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DirectLine token refresh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20040" y="2075688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3192" y="209397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67512" y="210312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 gnat report run / gnat report list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0040" y="2286000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3192" y="230428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67512" y="231343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SectorFilter in gnat.export.filters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20040" y="2496312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3192" y="251460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67512" y="252374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body: rendered HTML content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20040" y="2706624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3192" y="272491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67512" y="273405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Query Interface (builtin + Claude)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20040" y="2916936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3192" y="293522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67512" y="294436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Capability Reflection + safe dispatch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20040" y="3127248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3192" y="314553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67512" y="315468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Batch 2 — 11 new platforms (v1.0)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20040" y="3337560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93192" y="335584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67512" y="336499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20040" y="3547872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" y="356616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67512" y="357530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containerization (3-service stack)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20040" y="3758184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3192" y="377647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67512" y="378561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Migrations (Alembic + gnat-db CLI)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20040" y="3968496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3192" y="398678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67512" y="39959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System (PluginRegistry + HookBus + 14 events)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320040" y="4178808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3192" y="419709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67512" y="420624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WorkflowEngine DAG (PhishingTriage · IncidentResponse)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727448" y="1234440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125272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074920" y="126187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(Textual, SSH-safe, F1–F6 screens)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727448" y="1444752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00600" y="146304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074920" y="147218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(FastAPI, X-Api-Key, rate-limited)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4727448" y="1655064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00600" y="167335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5074920" y="168249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Health + Drift Monitoring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727448" y="1865376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00600" y="188366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5074920" y="189280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Contribution Pipeline (7-step gate)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4727448" y="2075688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800600" y="209397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5074920" y="210312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(full read + write protocol)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4727448" y="2286000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800600" y="230428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5074920" y="231343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Pattern Validator (two-tier)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4727448" y="2496312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800600" y="251460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5074920" y="252374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Workspace Isolation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727448" y="2706624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800600" y="272491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5074920" y="273405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Integration Test Harness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4727448" y="2916936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800600" y="293522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5074920" y="294436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new connectors v1.1 — 25 in v1.2 — 9 in v1.3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4727448" y="3127248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800600" y="314553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5074920" y="315468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 connectors total in CLIENT_REGISTRY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4727448" y="3337560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800600" y="335584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3" name="Text 81"/>
          <p:cNvSpPr/>
          <p:nvPr/>
        </p:nvSpPr>
        <p:spPr>
          <a:xfrm>
            <a:off x="5074920" y="336499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LLMClient: Claude · OpenAI · Grok · Gemini (v1.3)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4727448" y="3547872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800600" y="356616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5074920" y="357530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 (RBAC · Permission matrix · audit hook)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727448" y="3758184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600" y="377647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5074920" y="378561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Lineage tracking (append-only event log)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4727448" y="3968496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800600" y="398678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5074920" y="39959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Metrics (ring-buffer · 9 metric types)</a:t>
            </a:r>
            <a:endParaRPr lang="en-US" sz="800" dirty="0"/>
          </a:p>
        </p:txBody>
      </p:sp>
      <p:sp>
        <p:nvSpPr>
          <p:cNvPr id="93" name="Shape 91"/>
          <p:cNvSpPr/>
          <p:nvPr/>
        </p:nvSpPr>
        <p:spPr>
          <a:xfrm>
            <a:off x="4727448" y="4178808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800600" y="419709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5074920" y="420624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Intel Review Queue (submit → approve → promote)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727448" y="4389120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800600" y="440740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5074920" y="441655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ExecutionContext + Domain Boundaries (v1.6)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4727448" y="4599432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800600" y="461772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5074920" y="462686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HypothesisEngine + NegativeEvidence + ReasoningEngine</a:t>
            </a:r>
            <a:endParaRPr lang="en-US" sz="800" dirty="0"/>
          </a:p>
        </p:txBody>
      </p:sp>
      <p:sp>
        <p:nvSpPr>
          <p:cNvPr id="102" name="Shape 100"/>
          <p:cNvSpPr/>
          <p:nvPr/>
        </p:nvSpPr>
        <p:spPr>
          <a:xfrm>
            <a:off x="4727448" y="4809744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800600" y="482803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5074920" y="483717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AgentGovernor + HITLGateway + Workspace Trust Boundary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320040" y="4837176"/>
            <a:ext cx="8503920" cy="20116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29768" y="4855464"/>
            <a:ext cx="8375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EXAMPLES.md  ·  IMPLEMENTATION_PLAN.md  ·  ARCHITECTURE_DECISIONS.md  ·  CHANGELOG.md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library. Every platform. Total control.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487168"/>
            <a:ext cx="8229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 connectors · STIX 2.1 ORM · Ingest + Export pipelines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(LLMClient: Claude · OpenAI · Grok · Gemini) · WorkflowEngine DAG · NLP queries · Research library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read+write · STIX validator · Policy RBAC · Plugins · Lineage · Metrics · Review Queue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ExecutionContext · HypothesisEngine · AgentGovernor · HITL  ·  4,600+ tests · ~$50/month Azure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3886200"/>
            <a:ext cx="77724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1.5.0  |  Python 3.9+  |  Apache 2.0  |  EXAMPLES.md · IMPLEMENTATION_PLAN.md · README.md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GNAT: GNAT's Not Another TIP</dc:title>
  <dc:subject>PptxGenJS Presentation</dc:subject>
  <dc:creator>wrhalpin@gmail.com</dc:creator>
  <cp:lastModifiedBy>wrhalpin@gmail.com</cp:lastModifiedBy>
  <cp:revision>1</cp:revision>
  <dcterms:created xsi:type="dcterms:W3CDTF">2026-04-11T19:46:08Z</dcterms:created>
  <dcterms:modified xsi:type="dcterms:W3CDTF">2026-04-11T19:46:08Z</dcterms:modified>
</cp:coreProperties>
</file>